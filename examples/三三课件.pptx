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f488f137324345" /><Relationship Type="http://schemas.openxmlformats.org/officeDocument/2006/relationships/extended-properties" Target="/docProps/app.xml" Id="Rc261a8aa7213488d" /><Relationship Type="http://schemas.openxmlformats.org/officeDocument/2006/relationships/officeDocument" Target="/ppt/presentation.xml" Id="R4d90a69398b14d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  <p:sldId xmlns:r="http://schemas.openxmlformats.org/officeDocument/2006/relationships" id="262" r:id="rIdSlide7"/>
    <p:sldId xmlns:r="http://schemas.openxmlformats.org/officeDocument/2006/relationships" id="263" r:id="rIdSlide8"/>
    <p:sldId xmlns:r="http://schemas.openxmlformats.org/officeDocument/2006/relationships" id="264" r:id="rIdSlide9"/>
    <p:sldId xmlns:r="http://schemas.openxmlformats.org/officeDocument/2006/relationships" id="265" r:id="rIdSlide10"/>
    <p:sldId xmlns:r="http://schemas.openxmlformats.org/officeDocument/2006/relationships" id="266" r:id="rIdSlide11"/>
    <p:sldId xmlns:r="http://schemas.openxmlformats.org/officeDocument/2006/relationships" id="267" r:id="rIdSlide12"/>
    <p:sldId xmlns:r="http://schemas.openxmlformats.org/officeDocument/2006/relationships" id="268" r:id="rIdSlide13"/>
    <p:sldId xmlns:r="http://schemas.openxmlformats.org/officeDocument/2006/relationships" id="269" r:id="rIdSlide14"/>
    <p:sldId xmlns:r="http://schemas.openxmlformats.org/officeDocument/2006/relationships" id="270" r:id="rIdSlide15"/>
    <p:sldId xmlns:r="http://schemas.openxmlformats.org/officeDocument/2006/relationships" id="271" r:id="rIdSlide16"/>
    <p:sldId xmlns:r="http://schemas.openxmlformats.org/officeDocument/2006/relationships" id="272" r:id="rIdSlide17"/>
  </p:sldIdLst>
  <p:sldSz cx="9001125" cy="63341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IdTheme"/><Relationship Type="http://schemas.openxmlformats.org/officeDocument/2006/relationships/slideMaster" Target="/ppt/slideMasters/slideMaster1.xml" Id="rIdMaster"/><Relationship Type="http://schemas.openxmlformats.org/officeDocument/2006/relationships/presProps" Target="/ppt/presProps.xml" Id="rIdPresProps"/><Relationship Type="http://schemas.openxmlformats.org/officeDocument/2006/relationships/tableStyles" Target="/ppt/tableStyles.xml" Id="rIdTableStyles"/><Relationship Type="http://schemas.openxmlformats.org/officeDocument/2006/relationships/slide" Target="/ppt/slides/slide1.xml" Id="rIdSlide1"/><Relationship Type="http://schemas.openxmlformats.org/officeDocument/2006/relationships/slide" Target="/ppt/slides/slide2.xml" Id="rIdSlide2"/><Relationship Type="http://schemas.openxmlformats.org/officeDocument/2006/relationships/slide" Target="/ppt/slides/slide3.xml" Id="rIdSlide3"/><Relationship Type="http://schemas.openxmlformats.org/officeDocument/2006/relationships/slide" Target="/ppt/slides/slide4.xml" Id="rIdSlide4"/><Relationship Type="http://schemas.openxmlformats.org/officeDocument/2006/relationships/slide" Target="/ppt/slides/slide5.xml" Id="rIdSlide5"/><Relationship Type="http://schemas.openxmlformats.org/officeDocument/2006/relationships/slide" Target="/ppt/slides/slide6.xml" Id="rIdSlide6"/><Relationship Type="http://schemas.openxmlformats.org/officeDocument/2006/relationships/slide" Target="/ppt/slides/slide7.xml" Id="rIdSlide7"/><Relationship Type="http://schemas.openxmlformats.org/officeDocument/2006/relationships/slide" Target="/ppt/slides/slide8.xml" Id="rIdSlide8"/><Relationship Type="http://schemas.openxmlformats.org/officeDocument/2006/relationships/slide" Target="/ppt/slides/slide9.xml" Id="rIdSlide9"/><Relationship Type="http://schemas.openxmlformats.org/officeDocument/2006/relationships/slide" Target="/ppt/slides/slide10.xml" Id="rIdSlide10"/><Relationship Type="http://schemas.openxmlformats.org/officeDocument/2006/relationships/slide" Target="/ppt/slides/slide11.xml" Id="rIdSlide11"/><Relationship Type="http://schemas.openxmlformats.org/officeDocument/2006/relationships/slide" Target="/ppt/slides/slide12.xml" Id="rIdSlide12"/><Relationship Type="http://schemas.openxmlformats.org/officeDocument/2006/relationships/slide" Target="/ppt/slides/slide13.xml" Id="rIdSlide13"/><Relationship Type="http://schemas.openxmlformats.org/officeDocument/2006/relationships/slide" Target="/ppt/slides/slide14.xml" Id="rIdSlide14"/><Relationship Type="http://schemas.openxmlformats.org/officeDocument/2006/relationships/slide" Target="/ppt/slides/slide15.xml" Id="rIdSlide15"/><Relationship Type="http://schemas.openxmlformats.org/officeDocument/2006/relationships/slide" Target="/ppt/slides/slide16.xml" Id="rIdSlide16"/><Relationship Type="http://schemas.openxmlformats.org/officeDocument/2006/relationships/slide" Target="/ppt/slides/slide17.xml" Id="rIdSlide17"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0b6f2767b841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8aeaa5671c4d23" /><Relationship Type="http://schemas.openxmlformats.org/officeDocument/2006/relationships/slideLayout" Target="/ppt/slideLayouts/slideLayout1.xml" Id="R44d233a682cd46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d233a682cd46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image" Target="/ppt/media/board1.svg" Id="rIdBoard"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image" Target="/ppt/media/board2.svg" Id="rIdBoard"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image" Target="/ppt/media/board3.svg" Id="rIdBoard"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image" Target="/ppt/media/board4.svg" Id="rIdBoard"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image" Target="/ppt/media/board5.svg" Id="rIdBoard"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image" Target="/ppt/media/board6.svg" Id="rIdBoard"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image" Target="/ppt/media/board7.svg" Id="rIdBoard"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image" Target="/ppt/media/board8.svg" Id="rIdBoard"/></Relationships>
</file>

<file path=ppt/slides/_rels/slide9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image" Target="/ppt/media/board9.svg" Id="rIdBoard"/></Relationships>
</file>

<file path=ppt/slides/_rels/slide10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image" Target="/ppt/media/board10.svg" Id="rIdBoard"/></Relationships>
</file>

<file path=ppt/slides/_rels/slide1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image" Target="/ppt/media/board11.svg" Id="rIdBoard"/></Relationships>
</file>

<file path=ppt/slides/_rels/slide1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image" Target="/ppt/media/board12.svg" Id="rIdBoard"/></Relationships>
</file>

<file path=ppt/slides/_rels/slide1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image" Target="/ppt/media/board13.svg" Id="rIdBoard"/></Relationships>
</file>

<file path=ppt/slides/_rels/slide1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image" Target="/ppt/media/board14.svg" Id="rIdBoard"/></Relationships>
</file>

<file path=ppt/slides/_rels/slide1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image" Target="/ppt/media/board15.svg" Id="rIdBoard"/></Relationships>
</file>

<file path=ppt/slides/_rels/slide1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image" Target="/ppt/media/board16.svg" Id="rIdBoard"/></Relationships>
</file>

<file path=ppt/slides/_rels/slide1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image" Target="/ppt/media/board17.svg" Id="rIdBoard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_HEADER">
            <a:extLst xmlns:a="http://schemas.openxmlformats.org/drawingml/2006/main">
              <a:ext uri="{FF2B5EF4-FFF2-40B4-BE49-F238E27FC236}">
                <a16:creationId xmlns:a16="http://schemas.microsoft.com/office/drawing/2014/main" id="{458ABE28-7692-41A4-A851-CA80B541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简明三三定式</a:t>
            </a:r>
          </a:p>
        </p:txBody>
      </p:sp>
      <p:sp>
        <p:nvSpPr>
          <p:cNvPr id="2" name="LAYOUT_CODE">
            <a:extLst xmlns:a="http://schemas.openxmlformats.org/drawingml/2006/main">
              <a:ext uri="{FF2B5EF4-FFF2-40B4-BE49-F238E27FC236}">
                <a16:creationId xmlns:a16="http://schemas.microsoft.com/office/drawing/2014/main" id="{528FBBB5-4A83-41D8-B712-7945E6CC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3" name="HEADER_RULE">
            <a:extLst xmlns:a="http://schemas.openxmlformats.org/drawingml/2006/main">
              <a:ext uri="{FF2B5EF4-FFF2-40B4-BE49-F238E27FC236}">
                <a16:creationId xmlns:a16="http://schemas.microsoft.com/office/drawing/2014/main" id="{450AA854-DB34-4EAE-90FE-09C4EB9D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7791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C46"/>
          </a:solidFill>
          <a:ln xmlns:a="http://schemas.openxmlformats.org/drawingml/2006/main" w="0">
            <a:solidFill>
              <a:srgbClr val="4F4C46"/>
            </a:solidFill>
            <a:prstDash val="solid"/>
          </a:ln>
        </p:spPr>
      </p:sp>
      <p:sp>
        <p:nvSpPr>
          <p:cNvPr id="4" name="FOOTER_TEXT">
            <a:extLst xmlns:a="http://schemas.openxmlformats.org/drawingml/2006/main">
              <a:ext uri="{FF2B5EF4-FFF2-40B4-BE49-F238E27FC236}">
                <a16:creationId xmlns:a16="http://schemas.microsoft.com/office/drawing/2014/main" id="{7DD1E938-448A-43D4-BC1F-84F7B6CF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5" name="PAGE_NUMBER">
            <a:extLst xmlns:a="http://schemas.openxmlformats.org/drawingml/2006/main">
              <a:ext uri="{FF2B5EF4-FFF2-40B4-BE49-F238E27FC236}">
                <a16:creationId xmlns:a16="http://schemas.microsoft.com/office/drawing/2014/main" id="{90BFD4CE-8B5A-4D14-9535-8EFA0E5A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34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 xml:space="preserve">1</a:t>
            </a:r>
          </a:p>
        </p:txBody>
      </p:sp>
      <p:pic>
        <p:nvPicPr>
          <p:cNvPr id="6" name="BOARD_IMAGE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Boar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7700" y="647700"/>
            <a:ext cx="4648200" cy="464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" name="FIGURE_CAPTION">
            <a:extLst xmlns:a="http://schemas.openxmlformats.org/drawingml/2006/main">
              <a:ext uri="{FF2B5EF4-FFF2-40B4-BE49-F238E27FC236}">
                <a16:creationId xmlns:a16="http://schemas.microsoft.com/office/drawing/2014/main" id="{D6F62851-118C-4C14-AA2A-64EEADB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8000"/>
              </a:lnSpc>
              <a:buNone/>
              <a:def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第1图</a:t>
            </a:r>
          </a:p>
        </p:txBody>
      </p:sp>
      <p:sp>
        <p:nvSpPr>
          <p:cNvPr id="9" name="NODE_TITLE">
            <a:extLst xmlns:a="http://schemas.openxmlformats.org/drawingml/2006/main">
              <a:ext uri="{FF2B5EF4-FFF2-40B4-BE49-F238E27FC236}">
                <a16:creationId xmlns:a16="http://schemas.microsoft.com/office/drawing/2014/main" id="{E604BC4B-B5E2-4B5A-A134-6F7D341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黑星位白点三三</a:t>
            </a:r>
          </a:p>
        </p:txBody>
      </p:sp>
      <p:sp>
        <p:nvSpPr>
          <p:cNvPr id="10" name="COMMENT">
            <a:extLst xmlns:a="http://schemas.openxmlformats.org/drawingml/2006/main">
              <a:ext uri="{FF2B5EF4-FFF2-40B4-BE49-F238E27FC236}">
                <a16:creationId xmlns:a16="http://schemas.microsoft.com/office/drawing/2014/main" id="{45D43DD9-E5A5-48EC-BCD9-76CC48BA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33475"/>
            <a:ext cx="2819400" cy="465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黑档一边后，白大致有A、B、C，3种走法。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优先选择A和B，有经验后可以选择C。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选择依据：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1、取势/取地都选A；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2、抢先手选B；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3、C见后续解说。</a:t>
            </a:r>
          </a:p>
        </p:txBody>
      </p:sp>
      <p:sp>
        <p:nvSpPr>
          <p:cNvPr id="11" name="BOARD_NOTE">
            <a:extLst xmlns:a="http://schemas.openxmlformats.org/drawingml/2006/main">
              <a:ext uri="{FF2B5EF4-FFF2-40B4-BE49-F238E27FC236}">
                <a16:creationId xmlns:a16="http://schemas.microsoft.com/office/drawing/2014/main" id="{D9FDCE8A-70F5-460C-A8D6-0166DBD4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000" b="0">
                <a:solidFill>
                  <a:srgbClr val="77736B"/>
                </a:solidFill>
                <a:latin typeface="Noto Serif CJK SC"/>
                <a:ea typeface="Noto Serif CJK SC"/>
                <a:cs typeface="Noto Serif CJK SC"/>
              </a:defRPr>
            </a:pP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854443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_HEADER">
            <a:extLst xmlns:a="http://schemas.openxmlformats.org/drawingml/2006/main">
              <a:ext uri="{FF2B5EF4-FFF2-40B4-BE49-F238E27FC236}">
                <a16:creationId xmlns:a16="http://schemas.microsoft.com/office/drawing/2014/main" id="{458ABE28-7692-41A4-A851-CA80B541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简明三三定式</a:t>
            </a:r>
          </a:p>
        </p:txBody>
      </p:sp>
      <p:sp>
        <p:nvSpPr>
          <p:cNvPr id="2" name="LAYOUT_CODE">
            <a:extLst xmlns:a="http://schemas.openxmlformats.org/drawingml/2006/main">
              <a:ext uri="{FF2B5EF4-FFF2-40B4-BE49-F238E27FC236}">
                <a16:creationId xmlns:a16="http://schemas.microsoft.com/office/drawing/2014/main" id="{528FBBB5-4A83-41D8-B712-7945E6CC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3" name="HEADER_RULE">
            <a:extLst xmlns:a="http://schemas.openxmlformats.org/drawingml/2006/main">
              <a:ext uri="{FF2B5EF4-FFF2-40B4-BE49-F238E27FC236}">
                <a16:creationId xmlns:a16="http://schemas.microsoft.com/office/drawing/2014/main" id="{450AA854-DB34-4EAE-90FE-09C4EB9D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7791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C46"/>
          </a:solidFill>
          <a:ln xmlns:a="http://schemas.openxmlformats.org/drawingml/2006/main" w="0">
            <a:solidFill>
              <a:srgbClr val="4F4C46"/>
            </a:solidFill>
            <a:prstDash val="solid"/>
          </a:ln>
        </p:spPr>
      </p:sp>
      <p:sp>
        <p:nvSpPr>
          <p:cNvPr id="4" name="FOOTER_TEXT">
            <a:extLst xmlns:a="http://schemas.openxmlformats.org/drawingml/2006/main">
              <a:ext uri="{FF2B5EF4-FFF2-40B4-BE49-F238E27FC236}">
                <a16:creationId xmlns:a16="http://schemas.microsoft.com/office/drawing/2014/main" id="{7DD1E938-448A-43D4-BC1F-84F7B6CF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5" name="PAGE_NUMBER">
            <a:extLst xmlns:a="http://schemas.openxmlformats.org/drawingml/2006/main">
              <a:ext uri="{FF2B5EF4-FFF2-40B4-BE49-F238E27FC236}">
                <a16:creationId xmlns:a16="http://schemas.microsoft.com/office/drawing/2014/main" id="{90BFD4CE-8B5A-4D14-9535-8EFA0E5A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34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 xml:space="preserve">2</a:t>
            </a:r>
          </a:p>
        </p:txBody>
      </p:sp>
      <p:pic>
        <p:nvPicPr>
          <p:cNvPr id="6" name="BOARD_IMAGE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Boar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7700" y="647700"/>
            <a:ext cx="4648200" cy="464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" name="FIGURE_CAPTION">
            <a:extLst xmlns:a="http://schemas.openxmlformats.org/drawingml/2006/main">
              <a:ext uri="{FF2B5EF4-FFF2-40B4-BE49-F238E27FC236}">
                <a16:creationId xmlns:a16="http://schemas.microsoft.com/office/drawing/2014/main" id="{D6F62851-118C-4C14-AA2A-64EEADB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8000"/>
              </a:lnSpc>
              <a:buNone/>
              <a:def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第2图</a:t>
            </a:r>
          </a:p>
        </p:txBody>
      </p:sp>
      <p:sp>
        <p:nvSpPr>
          <p:cNvPr id="9" name="NODE_TITLE">
            <a:extLst xmlns:a="http://schemas.openxmlformats.org/drawingml/2006/main">
              <a:ext uri="{FF2B5EF4-FFF2-40B4-BE49-F238E27FC236}">
                <a16:creationId xmlns:a16="http://schemas.microsoft.com/office/drawing/2014/main" id="{E604BC4B-B5E2-4B5A-A134-6F7D341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黑棋扳下</a:t>
            </a:r>
          </a:p>
        </p:txBody>
      </p:sp>
      <p:sp>
        <p:nvSpPr>
          <p:cNvPr id="10" name="COMMENT">
            <a:extLst xmlns:a="http://schemas.openxmlformats.org/drawingml/2006/main">
              <a:ext uri="{FF2B5EF4-FFF2-40B4-BE49-F238E27FC236}">
                <a16:creationId xmlns:a16="http://schemas.microsoft.com/office/drawing/2014/main" id="{45D43DD9-E5A5-48EC-BCD9-76CC48BA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33475"/>
            <a:ext cx="2819400" cy="465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黑1扳下，白2必应。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接下来黑A取势，黑B取地，选择权在黑。</a:t>
            </a:r>
          </a:p>
        </p:txBody>
      </p:sp>
      <p:sp>
        <p:nvSpPr>
          <p:cNvPr id="11" name="BOARD_NOTE">
            <a:extLst xmlns:a="http://schemas.openxmlformats.org/drawingml/2006/main">
              <a:ext uri="{FF2B5EF4-FFF2-40B4-BE49-F238E27FC236}">
                <a16:creationId xmlns:a16="http://schemas.microsoft.com/office/drawing/2014/main" id="{D9FDCE8A-70F5-460C-A8D6-0166DBD4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000" b="0">
                <a:solidFill>
                  <a:srgbClr val="77736B"/>
                </a:solidFill>
                <a:latin typeface="Noto Serif CJK SC"/>
                <a:ea typeface="Noto Serif CJK SC"/>
                <a:cs typeface="Noto Serif CJK SC"/>
              </a:defRPr>
            </a:pP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854443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_HEADER">
            <a:extLst xmlns:a="http://schemas.openxmlformats.org/drawingml/2006/main">
              <a:ext uri="{FF2B5EF4-FFF2-40B4-BE49-F238E27FC236}">
                <a16:creationId xmlns:a16="http://schemas.microsoft.com/office/drawing/2014/main" id="{458ABE28-7692-41A4-A851-CA80B541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简明三三定式</a:t>
            </a:r>
          </a:p>
        </p:txBody>
      </p:sp>
      <p:sp>
        <p:nvSpPr>
          <p:cNvPr id="2" name="LAYOUT_CODE">
            <a:extLst xmlns:a="http://schemas.openxmlformats.org/drawingml/2006/main">
              <a:ext uri="{FF2B5EF4-FFF2-40B4-BE49-F238E27FC236}">
                <a16:creationId xmlns:a16="http://schemas.microsoft.com/office/drawing/2014/main" id="{528FBBB5-4A83-41D8-B712-7945E6CC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3" name="HEADER_RULE">
            <a:extLst xmlns:a="http://schemas.openxmlformats.org/drawingml/2006/main">
              <a:ext uri="{FF2B5EF4-FFF2-40B4-BE49-F238E27FC236}">
                <a16:creationId xmlns:a16="http://schemas.microsoft.com/office/drawing/2014/main" id="{450AA854-DB34-4EAE-90FE-09C4EB9D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7791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C46"/>
          </a:solidFill>
          <a:ln xmlns:a="http://schemas.openxmlformats.org/drawingml/2006/main" w="0">
            <a:solidFill>
              <a:srgbClr val="4F4C46"/>
            </a:solidFill>
            <a:prstDash val="solid"/>
          </a:ln>
        </p:spPr>
      </p:sp>
      <p:sp>
        <p:nvSpPr>
          <p:cNvPr id="4" name="FOOTER_TEXT">
            <a:extLst xmlns:a="http://schemas.openxmlformats.org/drawingml/2006/main">
              <a:ext uri="{FF2B5EF4-FFF2-40B4-BE49-F238E27FC236}">
                <a16:creationId xmlns:a16="http://schemas.microsoft.com/office/drawing/2014/main" id="{7DD1E938-448A-43D4-BC1F-84F7B6CF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5" name="PAGE_NUMBER">
            <a:extLst xmlns:a="http://schemas.openxmlformats.org/drawingml/2006/main">
              <a:ext uri="{FF2B5EF4-FFF2-40B4-BE49-F238E27FC236}">
                <a16:creationId xmlns:a16="http://schemas.microsoft.com/office/drawing/2014/main" id="{90BFD4CE-8B5A-4D14-9535-8EFA0E5A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34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 xml:space="preserve">3</a:t>
            </a:r>
          </a:p>
        </p:txBody>
      </p:sp>
      <p:pic>
        <p:nvPicPr>
          <p:cNvPr id="6" name="BOARD_IMAGE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Boar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7700" y="647700"/>
            <a:ext cx="4648200" cy="464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" name="FIGURE_CAPTION">
            <a:extLst xmlns:a="http://schemas.openxmlformats.org/drawingml/2006/main">
              <a:ext uri="{FF2B5EF4-FFF2-40B4-BE49-F238E27FC236}">
                <a16:creationId xmlns:a16="http://schemas.microsoft.com/office/drawing/2014/main" id="{D6F62851-118C-4C14-AA2A-64EEADB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8000"/>
              </a:lnSpc>
              <a:buNone/>
              <a:def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第3图</a:t>
            </a:r>
          </a:p>
        </p:txBody>
      </p:sp>
      <p:sp>
        <p:nvSpPr>
          <p:cNvPr id="9" name="NODE_TITLE">
            <a:extLst xmlns:a="http://schemas.openxmlformats.org/drawingml/2006/main">
              <a:ext uri="{FF2B5EF4-FFF2-40B4-BE49-F238E27FC236}">
                <a16:creationId xmlns:a16="http://schemas.microsoft.com/office/drawing/2014/main" id="{E604BC4B-B5E2-4B5A-A134-6F7D341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黑取势</a:t>
            </a:r>
          </a:p>
        </p:txBody>
      </p:sp>
      <p:sp>
        <p:nvSpPr>
          <p:cNvPr id="10" name="COMMENT">
            <a:extLst xmlns:a="http://schemas.openxmlformats.org/drawingml/2006/main">
              <a:ext uri="{FF2B5EF4-FFF2-40B4-BE49-F238E27FC236}">
                <a16:creationId xmlns:a16="http://schemas.microsoft.com/office/drawing/2014/main" id="{45D43DD9-E5A5-48EC-BCD9-76CC48BA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33475"/>
            <a:ext cx="2819400" cy="465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此时白通常会再A位爬一手，待黑出后脱先他投。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白若不爬...</a:t>
            </a:r>
          </a:p>
        </p:txBody>
      </p:sp>
      <p:sp>
        <p:nvSpPr>
          <p:cNvPr id="11" name="BOARD_NOTE">
            <a:extLst xmlns:a="http://schemas.openxmlformats.org/drawingml/2006/main">
              <a:ext uri="{FF2B5EF4-FFF2-40B4-BE49-F238E27FC236}">
                <a16:creationId xmlns:a16="http://schemas.microsoft.com/office/drawing/2014/main" id="{D9FDCE8A-70F5-460C-A8D6-0166DBD4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000" b="0">
                <a:solidFill>
                  <a:srgbClr val="77736B"/>
                </a:solidFill>
                <a:latin typeface="Noto Serif CJK SC"/>
                <a:ea typeface="Noto Serif CJK SC"/>
                <a:cs typeface="Noto Serif CJK SC"/>
              </a:defRPr>
            </a:pP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854443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_HEADER">
            <a:extLst xmlns:a="http://schemas.openxmlformats.org/drawingml/2006/main">
              <a:ext uri="{FF2B5EF4-FFF2-40B4-BE49-F238E27FC236}">
                <a16:creationId xmlns:a16="http://schemas.microsoft.com/office/drawing/2014/main" id="{458ABE28-7692-41A4-A851-CA80B541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简明三三定式</a:t>
            </a:r>
          </a:p>
        </p:txBody>
      </p:sp>
      <p:sp>
        <p:nvSpPr>
          <p:cNvPr id="2" name="LAYOUT_CODE">
            <a:extLst xmlns:a="http://schemas.openxmlformats.org/drawingml/2006/main">
              <a:ext uri="{FF2B5EF4-FFF2-40B4-BE49-F238E27FC236}">
                <a16:creationId xmlns:a16="http://schemas.microsoft.com/office/drawing/2014/main" id="{528FBBB5-4A83-41D8-B712-7945E6CC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3" name="HEADER_RULE">
            <a:extLst xmlns:a="http://schemas.openxmlformats.org/drawingml/2006/main">
              <a:ext uri="{FF2B5EF4-FFF2-40B4-BE49-F238E27FC236}">
                <a16:creationId xmlns:a16="http://schemas.microsoft.com/office/drawing/2014/main" id="{450AA854-DB34-4EAE-90FE-09C4EB9D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7791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C46"/>
          </a:solidFill>
          <a:ln xmlns:a="http://schemas.openxmlformats.org/drawingml/2006/main" w="0">
            <a:solidFill>
              <a:srgbClr val="4F4C46"/>
            </a:solidFill>
            <a:prstDash val="solid"/>
          </a:ln>
        </p:spPr>
      </p:sp>
      <p:sp>
        <p:nvSpPr>
          <p:cNvPr id="4" name="FOOTER_TEXT">
            <a:extLst xmlns:a="http://schemas.openxmlformats.org/drawingml/2006/main">
              <a:ext uri="{FF2B5EF4-FFF2-40B4-BE49-F238E27FC236}">
                <a16:creationId xmlns:a16="http://schemas.microsoft.com/office/drawing/2014/main" id="{7DD1E938-448A-43D4-BC1F-84F7B6CF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5" name="PAGE_NUMBER">
            <a:extLst xmlns:a="http://schemas.openxmlformats.org/drawingml/2006/main">
              <a:ext uri="{FF2B5EF4-FFF2-40B4-BE49-F238E27FC236}">
                <a16:creationId xmlns:a16="http://schemas.microsoft.com/office/drawing/2014/main" id="{90BFD4CE-8B5A-4D14-9535-8EFA0E5A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34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 xml:space="preserve">4</a:t>
            </a:r>
          </a:p>
        </p:txBody>
      </p:sp>
      <p:pic>
        <p:nvPicPr>
          <p:cNvPr id="6" name="BOARD_IMAGE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Boar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7700" y="647700"/>
            <a:ext cx="4648200" cy="464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" name="FIGURE_CAPTION">
            <a:extLst xmlns:a="http://schemas.openxmlformats.org/drawingml/2006/main">
              <a:ext uri="{FF2B5EF4-FFF2-40B4-BE49-F238E27FC236}">
                <a16:creationId xmlns:a16="http://schemas.microsoft.com/office/drawing/2014/main" id="{D6F62851-118C-4C14-AA2A-64EEADB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8000"/>
              </a:lnSpc>
              <a:buNone/>
              <a:def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第4图</a:t>
            </a:r>
          </a:p>
        </p:txBody>
      </p:sp>
      <p:sp>
        <p:nvSpPr>
          <p:cNvPr id="9" name="NODE_TITLE">
            <a:extLst xmlns:a="http://schemas.openxmlformats.org/drawingml/2006/main">
              <a:ext uri="{FF2B5EF4-FFF2-40B4-BE49-F238E27FC236}">
                <a16:creationId xmlns:a16="http://schemas.microsoft.com/office/drawing/2014/main" id="{E604BC4B-B5E2-4B5A-A134-6F7D341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黑拐下</a:t>
            </a:r>
          </a:p>
        </p:txBody>
      </p:sp>
      <p:sp>
        <p:nvSpPr>
          <p:cNvPr id="10" name="COMMENT">
            <a:extLst xmlns:a="http://schemas.openxmlformats.org/drawingml/2006/main">
              <a:ext uri="{FF2B5EF4-FFF2-40B4-BE49-F238E27FC236}">
                <a16:creationId xmlns:a16="http://schemas.microsoft.com/office/drawing/2014/main" id="{45D43DD9-E5A5-48EC-BCD9-76CC48BA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33475"/>
            <a:ext cx="2819400" cy="465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黑拐下是先手，白棋不应会被黑A立下杀角。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白只能走A扳粘，白损。</a:t>
            </a:r>
          </a:p>
        </p:txBody>
      </p:sp>
      <p:sp>
        <p:nvSpPr>
          <p:cNvPr id="11" name="BOARD_NOTE">
            <a:extLst xmlns:a="http://schemas.openxmlformats.org/drawingml/2006/main">
              <a:ext uri="{FF2B5EF4-FFF2-40B4-BE49-F238E27FC236}">
                <a16:creationId xmlns:a16="http://schemas.microsoft.com/office/drawing/2014/main" id="{D9FDCE8A-70F5-460C-A8D6-0166DBD4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000" b="0">
                <a:solidFill>
                  <a:srgbClr val="77736B"/>
                </a:solidFill>
                <a:latin typeface="Noto Serif CJK SC"/>
                <a:ea typeface="Noto Serif CJK SC"/>
                <a:cs typeface="Noto Serif CJK SC"/>
              </a:defRPr>
            </a:pP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854443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_HEADER">
            <a:extLst xmlns:a="http://schemas.openxmlformats.org/drawingml/2006/main">
              <a:ext uri="{FF2B5EF4-FFF2-40B4-BE49-F238E27FC236}">
                <a16:creationId xmlns:a16="http://schemas.microsoft.com/office/drawing/2014/main" id="{458ABE28-7692-41A4-A851-CA80B541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简明三三定式</a:t>
            </a:r>
          </a:p>
        </p:txBody>
      </p:sp>
      <p:sp>
        <p:nvSpPr>
          <p:cNvPr id="2" name="LAYOUT_CODE">
            <a:extLst xmlns:a="http://schemas.openxmlformats.org/drawingml/2006/main">
              <a:ext uri="{FF2B5EF4-FFF2-40B4-BE49-F238E27FC236}">
                <a16:creationId xmlns:a16="http://schemas.microsoft.com/office/drawing/2014/main" id="{528FBBB5-4A83-41D8-B712-7945E6CC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3" name="HEADER_RULE">
            <a:extLst xmlns:a="http://schemas.openxmlformats.org/drawingml/2006/main">
              <a:ext uri="{FF2B5EF4-FFF2-40B4-BE49-F238E27FC236}">
                <a16:creationId xmlns:a16="http://schemas.microsoft.com/office/drawing/2014/main" id="{450AA854-DB34-4EAE-90FE-09C4EB9D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7791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C46"/>
          </a:solidFill>
          <a:ln xmlns:a="http://schemas.openxmlformats.org/drawingml/2006/main" w="0">
            <a:solidFill>
              <a:srgbClr val="4F4C46"/>
            </a:solidFill>
            <a:prstDash val="solid"/>
          </a:ln>
        </p:spPr>
      </p:sp>
      <p:sp>
        <p:nvSpPr>
          <p:cNvPr id="4" name="FOOTER_TEXT">
            <a:extLst xmlns:a="http://schemas.openxmlformats.org/drawingml/2006/main">
              <a:ext uri="{FF2B5EF4-FFF2-40B4-BE49-F238E27FC236}">
                <a16:creationId xmlns:a16="http://schemas.microsoft.com/office/drawing/2014/main" id="{7DD1E938-448A-43D4-BC1F-84F7B6CF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5" name="PAGE_NUMBER">
            <a:extLst xmlns:a="http://schemas.openxmlformats.org/drawingml/2006/main">
              <a:ext uri="{FF2B5EF4-FFF2-40B4-BE49-F238E27FC236}">
                <a16:creationId xmlns:a16="http://schemas.microsoft.com/office/drawing/2014/main" id="{90BFD4CE-8B5A-4D14-9535-8EFA0E5A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34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 xml:space="preserve">5</a:t>
            </a:r>
          </a:p>
        </p:txBody>
      </p:sp>
      <p:pic>
        <p:nvPicPr>
          <p:cNvPr id="6" name="BOARD_IMAGE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Boar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7700" y="647700"/>
            <a:ext cx="4648200" cy="464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" name="FIGURE_CAPTION">
            <a:extLst xmlns:a="http://schemas.openxmlformats.org/drawingml/2006/main">
              <a:ext uri="{FF2B5EF4-FFF2-40B4-BE49-F238E27FC236}">
                <a16:creationId xmlns:a16="http://schemas.microsoft.com/office/drawing/2014/main" id="{D6F62851-118C-4C14-AA2A-64EEADB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8000"/>
              </a:lnSpc>
              <a:buNone/>
              <a:def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第5图</a:t>
            </a:r>
          </a:p>
        </p:txBody>
      </p:sp>
      <p:sp>
        <p:nvSpPr>
          <p:cNvPr id="9" name="NODE_TITLE">
            <a:extLst xmlns:a="http://schemas.openxmlformats.org/drawingml/2006/main">
              <a:ext uri="{FF2B5EF4-FFF2-40B4-BE49-F238E27FC236}">
                <a16:creationId xmlns:a16="http://schemas.microsoft.com/office/drawing/2014/main" id="{E604BC4B-B5E2-4B5A-A134-6F7D341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白长</a:t>
            </a:r>
          </a:p>
        </p:txBody>
      </p:sp>
      <p:sp>
        <p:nvSpPr>
          <p:cNvPr id="10" name="COMMENT">
            <a:extLst xmlns:a="http://schemas.openxmlformats.org/drawingml/2006/main">
              <a:ext uri="{FF2B5EF4-FFF2-40B4-BE49-F238E27FC236}">
                <a16:creationId xmlns:a16="http://schemas.microsoft.com/office/drawing/2014/main" id="{45D43DD9-E5A5-48EC-BCD9-76CC48BA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33475"/>
            <a:ext cx="2819400" cy="465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白长黑长，白棋脱先他投，这是常见情况。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注意白棋序盘阶段不要A位扳粘，会让黑棋外面太厚。</a:t>
            </a:r>
          </a:p>
        </p:txBody>
      </p:sp>
      <p:sp>
        <p:nvSpPr>
          <p:cNvPr id="11" name="BOARD_NOTE">
            <a:extLst xmlns:a="http://schemas.openxmlformats.org/drawingml/2006/main">
              <a:ext uri="{FF2B5EF4-FFF2-40B4-BE49-F238E27FC236}">
                <a16:creationId xmlns:a16="http://schemas.microsoft.com/office/drawing/2014/main" id="{D9FDCE8A-70F5-460C-A8D6-0166DBD4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000" b="0">
                <a:solidFill>
                  <a:srgbClr val="77736B"/>
                </a:solidFill>
                <a:latin typeface="Noto Serif CJK SC"/>
                <a:ea typeface="Noto Serif CJK SC"/>
                <a:cs typeface="Noto Serif CJK SC"/>
              </a:defRPr>
            </a:pP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854443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_HEADER">
            <a:extLst xmlns:a="http://schemas.openxmlformats.org/drawingml/2006/main">
              <a:ext uri="{FF2B5EF4-FFF2-40B4-BE49-F238E27FC236}">
                <a16:creationId xmlns:a16="http://schemas.microsoft.com/office/drawing/2014/main" id="{458ABE28-7692-41A4-A851-CA80B541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简明三三定式</a:t>
            </a:r>
          </a:p>
        </p:txBody>
      </p:sp>
      <p:sp>
        <p:nvSpPr>
          <p:cNvPr id="2" name="LAYOUT_CODE">
            <a:extLst xmlns:a="http://schemas.openxmlformats.org/drawingml/2006/main">
              <a:ext uri="{FF2B5EF4-FFF2-40B4-BE49-F238E27FC236}">
                <a16:creationId xmlns:a16="http://schemas.microsoft.com/office/drawing/2014/main" id="{528FBBB5-4A83-41D8-B712-7945E6CC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3" name="HEADER_RULE">
            <a:extLst xmlns:a="http://schemas.openxmlformats.org/drawingml/2006/main">
              <a:ext uri="{FF2B5EF4-FFF2-40B4-BE49-F238E27FC236}">
                <a16:creationId xmlns:a16="http://schemas.microsoft.com/office/drawing/2014/main" id="{450AA854-DB34-4EAE-90FE-09C4EB9D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7791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C46"/>
          </a:solidFill>
          <a:ln xmlns:a="http://schemas.openxmlformats.org/drawingml/2006/main" w="0">
            <a:solidFill>
              <a:srgbClr val="4F4C46"/>
            </a:solidFill>
            <a:prstDash val="solid"/>
          </a:ln>
        </p:spPr>
      </p:sp>
      <p:sp>
        <p:nvSpPr>
          <p:cNvPr id="4" name="FOOTER_TEXT">
            <a:extLst xmlns:a="http://schemas.openxmlformats.org/drawingml/2006/main">
              <a:ext uri="{FF2B5EF4-FFF2-40B4-BE49-F238E27FC236}">
                <a16:creationId xmlns:a16="http://schemas.microsoft.com/office/drawing/2014/main" id="{7DD1E938-448A-43D4-BC1F-84F7B6CF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5" name="PAGE_NUMBER">
            <a:extLst xmlns:a="http://schemas.openxmlformats.org/drawingml/2006/main">
              <a:ext uri="{FF2B5EF4-FFF2-40B4-BE49-F238E27FC236}">
                <a16:creationId xmlns:a16="http://schemas.microsoft.com/office/drawing/2014/main" id="{90BFD4CE-8B5A-4D14-9535-8EFA0E5A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34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 xml:space="preserve">6</a:t>
            </a:r>
          </a:p>
        </p:txBody>
      </p:sp>
      <p:pic>
        <p:nvPicPr>
          <p:cNvPr id="6" name="BOARD_IMAGE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Boar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7700" y="647700"/>
            <a:ext cx="4648200" cy="464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" name="FIGURE_CAPTION">
            <a:extLst xmlns:a="http://schemas.openxmlformats.org/drawingml/2006/main">
              <a:ext uri="{FF2B5EF4-FFF2-40B4-BE49-F238E27FC236}">
                <a16:creationId xmlns:a16="http://schemas.microsoft.com/office/drawing/2014/main" id="{D6F62851-118C-4C14-AA2A-64EEADB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8000"/>
              </a:lnSpc>
              <a:buNone/>
              <a:def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第6图</a:t>
            </a:r>
          </a:p>
        </p:txBody>
      </p:sp>
      <p:sp>
        <p:nvSpPr>
          <p:cNvPr id="9" name="NODE_TITLE">
            <a:extLst xmlns:a="http://schemas.openxmlformats.org/drawingml/2006/main">
              <a:ext uri="{FF2B5EF4-FFF2-40B4-BE49-F238E27FC236}">
                <a16:creationId xmlns:a16="http://schemas.microsoft.com/office/drawing/2014/main" id="{E604BC4B-B5E2-4B5A-A134-6F7D341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黑二连星</a:t>
            </a:r>
          </a:p>
        </p:txBody>
      </p:sp>
      <p:sp>
        <p:nvSpPr>
          <p:cNvPr id="10" name="COMMENT">
            <a:extLst xmlns:a="http://schemas.openxmlformats.org/drawingml/2006/main">
              <a:ext uri="{FF2B5EF4-FFF2-40B4-BE49-F238E27FC236}">
                <a16:creationId xmlns:a16="http://schemas.microsoft.com/office/drawing/2014/main" id="{45D43DD9-E5A5-48EC-BCD9-76CC48BA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33475"/>
            <a:ext cx="2819400" cy="465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如果白连点两个角，注意黑挡的方向。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此时黑A位挡优于B位挡，可以将白整体压在上边同一侧，这是黑优局面。</a:t>
            </a:r>
          </a:p>
        </p:txBody>
      </p:sp>
      <p:sp>
        <p:nvSpPr>
          <p:cNvPr id="11" name="BOARD_NOTE">
            <a:extLst xmlns:a="http://schemas.openxmlformats.org/drawingml/2006/main">
              <a:ext uri="{FF2B5EF4-FFF2-40B4-BE49-F238E27FC236}">
                <a16:creationId xmlns:a16="http://schemas.microsoft.com/office/drawing/2014/main" id="{D9FDCE8A-70F5-460C-A8D6-0166DBD4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000" b="0">
                <a:solidFill>
                  <a:srgbClr val="77736B"/>
                </a:solidFill>
                <a:latin typeface="Noto Serif CJK SC"/>
                <a:ea typeface="Noto Serif CJK SC"/>
                <a:cs typeface="Noto Serif CJK SC"/>
              </a:defRPr>
            </a:pP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854443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_HEADER">
            <a:extLst xmlns:a="http://schemas.openxmlformats.org/drawingml/2006/main">
              <a:ext uri="{FF2B5EF4-FFF2-40B4-BE49-F238E27FC236}">
                <a16:creationId xmlns:a16="http://schemas.microsoft.com/office/drawing/2014/main" id="{458ABE28-7692-41A4-A851-CA80B541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简明三三定式</a:t>
            </a:r>
          </a:p>
        </p:txBody>
      </p:sp>
      <p:sp>
        <p:nvSpPr>
          <p:cNvPr id="2" name="LAYOUT_CODE">
            <a:extLst xmlns:a="http://schemas.openxmlformats.org/drawingml/2006/main">
              <a:ext uri="{FF2B5EF4-FFF2-40B4-BE49-F238E27FC236}">
                <a16:creationId xmlns:a16="http://schemas.microsoft.com/office/drawing/2014/main" id="{528FBBB5-4A83-41D8-B712-7945E6CC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3" name="HEADER_RULE">
            <a:extLst xmlns:a="http://schemas.openxmlformats.org/drawingml/2006/main">
              <a:ext uri="{FF2B5EF4-FFF2-40B4-BE49-F238E27FC236}">
                <a16:creationId xmlns:a16="http://schemas.microsoft.com/office/drawing/2014/main" id="{450AA854-DB34-4EAE-90FE-09C4EB9D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7791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C46"/>
          </a:solidFill>
          <a:ln xmlns:a="http://schemas.openxmlformats.org/drawingml/2006/main" w="0">
            <a:solidFill>
              <a:srgbClr val="4F4C46"/>
            </a:solidFill>
            <a:prstDash val="solid"/>
          </a:ln>
        </p:spPr>
      </p:sp>
      <p:sp>
        <p:nvSpPr>
          <p:cNvPr id="4" name="FOOTER_TEXT">
            <a:extLst xmlns:a="http://schemas.openxmlformats.org/drawingml/2006/main">
              <a:ext uri="{FF2B5EF4-FFF2-40B4-BE49-F238E27FC236}">
                <a16:creationId xmlns:a16="http://schemas.microsoft.com/office/drawing/2014/main" id="{7DD1E938-448A-43D4-BC1F-84F7B6CF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5" name="PAGE_NUMBER">
            <a:extLst xmlns:a="http://schemas.openxmlformats.org/drawingml/2006/main">
              <a:ext uri="{FF2B5EF4-FFF2-40B4-BE49-F238E27FC236}">
                <a16:creationId xmlns:a16="http://schemas.microsoft.com/office/drawing/2014/main" id="{90BFD4CE-8B5A-4D14-9535-8EFA0E5A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34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 xml:space="preserve">7</a:t>
            </a:r>
          </a:p>
        </p:txBody>
      </p:sp>
      <p:pic>
        <p:nvPicPr>
          <p:cNvPr id="6" name="BOARD_IMAGE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Boar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7700" y="647700"/>
            <a:ext cx="4648200" cy="464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" name="FIGURE_CAPTION">
            <a:extLst xmlns:a="http://schemas.openxmlformats.org/drawingml/2006/main">
              <a:ext uri="{FF2B5EF4-FFF2-40B4-BE49-F238E27FC236}">
                <a16:creationId xmlns:a16="http://schemas.microsoft.com/office/drawing/2014/main" id="{D6F62851-118C-4C14-AA2A-64EEADB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8000"/>
              </a:lnSpc>
              <a:buNone/>
              <a:def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第7图</a:t>
            </a:r>
          </a:p>
        </p:txBody>
      </p:sp>
      <p:sp>
        <p:nvSpPr>
          <p:cNvPr id="9" name="NODE_TITLE">
            <a:extLst xmlns:a="http://schemas.openxmlformats.org/drawingml/2006/main">
              <a:ext uri="{FF2B5EF4-FFF2-40B4-BE49-F238E27FC236}">
                <a16:creationId xmlns:a16="http://schemas.microsoft.com/office/drawing/2014/main" id="{E604BC4B-B5E2-4B5A-A134-6F7D341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如果二连星在另一侧</a:t>
            </a:r>
          </a:p>
        </p:txBody>
      </p:sp>
      <p:sp>
        <p:nvSpPr>
          <p:cNvPr id="10" name="COMMENT">
            <a:extLst xmlns:a="http://schemas.openxmlformats.org/drawingml/2006/main">
              <a:ext uri="{FF2B5EF4-FFF2-40B4-BE49-F238E27FC236}">
                <a16:creationId xmlns:a16="http://schemas.microsoft.com/office/drawing/2014/main" id="{45D43DD9-E5A5-48EC-BCD9-76CC48BA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33475"/>
            <a:ext cx="2819400" cy="465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此时黑A位挡优于B位挡，但需要注意定式选择。</a:t>
            </a:r>
          </a:p>
        </p:txBody>
      </p:sp>
      <p:sp>
        <p:nvSpPr>
          <p:cNvPr id="11" name="BOARD_NOTE">
            <a:extLst xmlns:a="http://schemas.openxmlformats.org/drawingml/2006/main">
              <a:ext uri="{FF2B5EF4-FFF2-40B4-BE49-F238E27FC236}">
                <a16:creationId xmlns:a16="http://schemas.microsoft.com/office/drawing/2014/main" id="{D9FDCE8A-70F5-460C-A8D6-0166DBD4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000" b="0">
                <a:solidFill>
                  <a:srgbClr val="77736B"/>
                </a:solidFill>
                <a:latin typeface="Noto Serif CJK SC"/>
                <a:ea typeface="Noto Serif CJK SC"/>
                <a:cs typeface="Noto Serif CJK SC"/>
              </a:defRPr>
            </a:pP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854443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_HEADER">
            <a:extLst xmlns:a="http://schemas.openxmlformats.org/drawingml/2006/main">
              <a:ext uri="{FF2B5EF4-FFF2-40B4-BE49-F238E27FC236}">
                <a16:creationId xmlns:a16="http://schemas.microsoft.com/office/drawing/2014/main" id="{458ABE28-7692-41A4-A851-CA80B541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简明三三定式</a:t>
            </a:r>
          </a:p>
        </p:txBody>
      </p:sp>
      <p:sp>
        <p:nvSpPr>
          <p:cNvPr id="2" name="LAYOUT_CODE">
            <a:extLst xmlns:a="http://schemas.openxmlformats.org/drawingml/2006/main">
              <a:ext uri="{FF2B5EF4-FFF2-40B4-BE49-F238E27FC236}">
                <a16:creationId xmlns:a16="http://schemas.microsoft.com/office/drawing/2014/main" id="{528FBBB5-4A83-41D8-B712-7945E6CC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3" name="HEADER_RULE">
            <a:extLst xmlns:a="http://schemas.openxmlformats.org/drawingml/2006/main">
              <a:ext uri="{FF2B5EF4-FFF2-40B4-BE49-F238E27FC236}">
                <a16:creationId xmlns:a16="http://schemas.microsoft.com/office/drawing/2014/main" id="{450AA854-DB34-4EAE-90FE-09C4EB9D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7791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C46"/>
          </a:solidFill>
          <a:ln xmlns:a="http://schemas.openxmlformats.org/drawingml/2006/main" w="0">
            <a:solidFill>
              <a:srgbClr val="4F4C46"/>
            </a:solidFill>
            <a:prstDash val="solid"/>
          </a:ln>
        </p:spPr>
      </p:sp>
      <p:sp>
        <p:nvSpPr>
          <p:cNvPr id="4" name="FOOTER_TEXT">
            <a:extLst xmlns:a="http://schemas.openxmlformats.org/drawingml/2006/main">
              <a:ext uri="{FF2B5EF4-FFF2-40B4-BE49-F238E27FC236}">
                <a16:creationId xmlns:a16="http://schemas.microsoft.com/office/drawing/2014/main" id="{7DD1E938-448A-43D4-BC1F-84F7B6CF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5" name="PAGE_NUMBER">
            <a:extLst xmlns:a="http://schemas.openxmlformats.org/drawingml/2006/main">
              <a:ext uri="{FF2B5EF4-FFF2-40B4-BE49-F238E27FC236}">
                <a16:creationId xmlns:a16="http://schemas.microsoft.com/office/drawing/2014/main" id="{90BFD4CE-8B5A-4D14-9535-8EFA0E5A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34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 xml:space="preserve">8</a:t>
            </a:r>
          </a:p>
        </p:txBody>
      </p:sp>
      <p:pic>
        <p:nvPicPr>
          <p:cNvPr id="6" name="BOARD_IMAGE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Boar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7700" y="647700"/>
            <a:ext cx="4648200" cy="464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" name="FIGURE_CAPTION">
            <a:extLst xmlns:a="http://schemas.openxmlformats.org/drawingml/2006/main">
              <a:ext uri="{FF2B5EF4-FFF2-40B4-BE49-F238E27FC236}">
                <a16:creationId xmlns:a16="http://schemas.microsoft.com/office/drawing/2014/main" id="{D6F62851-118C-4C14-AA2A-64EEADB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8000"/>
              </a:lnSpc>
              <a:buNone/>
              <a:def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第8图</a:t>
            </a:r>
          </a:p>
        </p:txBody>
      </p:sp>
      <p:sp>
        <p:nvSpPr>
          <p:cNvPr id="9" name="NODE_TITLE">
            <a:extLst xmlns:a="http://schemas.openxmlformats.org/drawingml/2006/main">
              <a:ext uri="{FF2B5EF4-FFF2-40B4-BE49-F238E27FC236}">
                <a16:creationId xmlns:a16="http://schemas.microsoft.com/office/drawing/2014/main" id="{E604BC4B-B5E2-4B5A-A134-6F7D341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白得先手打入</a:t>
            </a:r>
          </a:p>
        </p:txBody>
      </p:sp>
      <p:sp>
        <p:nvSpPr>
          <p:cNvPr id="10" name="COMMENT">
            <a:extLst xmlns:a="http://schemas.openxmlformats.org/drawingml/2006/main">
              <a:ext uri="{FF2B5EF4-FFF2-40B4-BE49-F238E27FC236}">
                <a16:creationId xmlns:a16="http://schemas.microsoft.com/office/drawing/2014/main" id="{45D43DD9-E5A5-48EC-BCD9-76CC48BA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33475"/>
            <a:ext cx="2819400" cy="465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黑如图中取势，会遭到白棋打入。</a:t>
            </a:r>
          </a:p>
        </p:txBody>
      </p:sp>
      <p:sp>
        <p:nvSpPr>
          <p:cNvPr id="11" name="BOARD_NOTE">
            <a:extLst xmlns:a="http://schemas.openxmlformats.org/drawingml/2006/main">
              <a:ext uri="{FF2B5EF4-FFF2-40B4-BE49-F238E27FC236}">
                <a16:creationId xmlns:a16="http://schemas.microsoft.com/office/drawing/2014/main" id="{D9FDCE8A-70F5-460C-A8D6-0166DBD4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000" b="0">
                <a:solidFill>
                  <a:srgbClr val="77736B"/>
                </a:solidFill>
                <a:latin typeface="Noto Serif CJK SC"/>
                <a:ea typeface="Noto Serif CJK SC"/>
                <a:cs typeface="Noto Serif CJK SC"/>
              </a:defRPr>
            </a:pP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854443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_HEADER">
            <a:extLst xmlns:a="http://schemas.openxmlformats.org/drawingml/2006/main">
              <a:ext uri="{FF2B5EF4-FFF2-40B4-BE49-F238E27FC236}">
                <a16:creationId xmlns:a16="http://schemas.microsoft.com/office/drawing/2014/main" id="{458ABE28-7692-41A4-A851-CA80B541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简明三三定式</a:t>
            </a:r>
          </a:p>
        </p:txBody>
      </p:sp>
      <p:sp>
        <p:nvSpPr>
          <p:cNvPr id="2" name="LAYOUT_CODE">
            <a:extLst xmlns:a="http://schemas.openxmlformats.org/drawingml/2006/main">
              <a:ext uri="{FF2B5EF4-FFF2-40B4-BE49-F238E27FC236}">
                <a16:creationId xmlns:a16="http://schemas.microsoft.com/office/drawing/2014/main" id="{528FBBB5-4A83-41D8-B712-7945E6CC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3" name="HEADER_RULE">
            <a:extLst xmlns:a="http://schemas.openxmlformats.org/drawingml/2006/main">
              <a:ext uri="{FF2B5EF4-FFF2-40B4-BE49-F238E27FC236}">
                <a16:creationId xmlns:a16="http://schemas.microsoft.com/office/drawing/2014/main" id="{450AA854-DB34-4EAE-90FE-09C4EB9D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7791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C46"/>
          </a:solidFill>
          <a:ln xmlns:a="http://schemas.openxmlformats.org/drawingml/2006/main" w="0">
            <a:solidFill>
              <a:srgbClr val="4F4C46"/>
            </a:solidFill>
            <a:prstDash val="solid"/>
          </a:ln>
        </p:spPr>
      </p:sp>
      <p:sp>
        <p:nvSpPr>
          <p:cNvPr id="4" name="FOOTER_TEXT">
            <a:extLst xmlns:a="http://schemas.openxmlformats.org/drawingml/2006/main">
              <a:ext uri="{FF2B5EF4-FFF2-40B4-BE49-F238E27FC236}">
                <a16:creationId xmlns:a16="http://schemas.microsoft.com/office/drawing/2014/main" id="{7DD1E938-448A-43D4-BC1F-84F7B6CF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5" name="PAGE_NUMBER">
            <a:extLst xmlns:a="http://schemas.openxmlformats.org/drawingml/2006/main">
              <a:ext uri="{FF2B5EF4-FFF2-40B4-BE49-F238E27FC236}">
                <a16:creationId xmlns:a16="http://schemas.microsoft.com/office/drawing/2014/main" id="{90BFD4CE-8B5A-4D14-9535-8EFA0E5A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34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 xml:space="preserve">9</a:t>
            </a:r>
          </a:p>
        </p:txBody>
      </p:sp>
      <p:pic>
        <p:nvPicPr>
          <p:cNvPr id="6" name="BOARD_IMAGE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Boar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7700" y="647700"/>
            <a:ext cx="4648200" cy="464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" name="FIGURE_CAPTION">
            <a:extLst xmlns:a="http://schemas.openxmlformats.org/drawingml/2006/main">
              <a:ext uri="{FF2B5EF4-FFF2-40B4-BE49-F238E27FC236}">
                <a16:creationId xmlns:a16="http://schemas.microsoft.com/office/drawing/2014/main" id="{D6F62851-118C-4C14-AA2A-64EEADB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8000"/>
              </a:lnSpc>
              <a:buNone/>
              <a:def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第9图</a:t>
            </a:r>
          </a:p>
        </p:txBody>
      </p:sp>
      <p:sp>
        <p:nvSpPr>
          <p:cNvPr id="9" name="NODE_TITLE">
            <a:extLst xmlns:a="http://schemas.openxmlformats.org/drawingml/2006/main">
              <a:ext uri="{FF2B5EF4-FFF2-40B4-BE49-F238E27FC236}">
                <a16:creationId xmlns:a16="http://schemas.microsoft.com/office/drawing/2014/main" id="{E604BC4B-B5E2-4B5A-A134-6F7D341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黑抢先手</a:t>
            </a:r>
          </a:p>
        </p:txBody>
      </p:sp>
      <p:sp>
        <p:nvSpPr>
          <p:cNvPr id="10" name="COMMENT">
            <a:extLst xmlns:a="http://schemas.openxmlformats.org/drawingml/2006/main">
              <a:ext uri="{FF2B5EF4-FFF2-40B4-BE49-F238E27FC236}">
                <a16:creationId xmlns:a16="http://schemas.microsoft.com/office/drawing/2014/main" id="{45D43DD9-E5A5-48EC-BCD9-76CC48BA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33475"/>
            <a:ext cx="2819400" cy="465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黑抢先手后上下连片是理想图。</a:t>
            </a:r>
          </a:p>
        </p:txBody>
      </p:sp>
      <p:sp>
        <p:nvSpPr>
          <p:cNvPr id="11" name="BOARD_NOTE">
            <a:extLst xmlns:a="http://schemas.openxmlformats.org/drawingml/2006/main">
              <a:ext uri="{FF2B5EF4-FFF2-40B4-BE49-F238E27FC236}">
                <a16:creationId xmlns:a16="http://schemas.microsoft.com/office/drawing/2014/main" id="{D9FDCE8A-70F5-460C-A8D6-0166DBD4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000" b="0">
                <a:solidFill>
                  <a:srgbClr val="77736B"/>
                </a:solidFill>
                <a:latin typeface="Noto Serif CJK SC"/>
                <a:ea typeface="Noto Serif CJK SC"/>
                <a:cs typeface="Noto Serif CJK SC"/>
              </a:defRPr>
            </a:pP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854443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_HEADER">
            <a:extLst xmlns:a="http://schemas.openxmlformats.org/drawingml/2006/main">
              <a:ext uri="{FF2B5EF4-FFF2-40B4-BE49-F238E27FC236}">
                <a16:creationId xmlns:a16="http://schemas.microsoft.com/office/drawing/2014/main" id="{458ABE28-7692-41A4-A851-CA80B541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简明三三定式</a:t>
            </a:r>
          </a:p>
        </p:txBody>
      </p:sp>
      <p:sp>
        <p:nvSpPr>
          <p:cNvPr id="2" name="LAYOUT_CODE">
            <a:extLst xmlns:a="http://schemas.openxmlformats.org/drawingml/2006/main">
              <a:ext uri="{FF2B5EF4-FFF2-40B4-BE49-F238E27FC236}">
                <a16:creationId xmlns:a16="http://schemas.microsoft.com/office/drawing/2014/main" id="{528FBBB5-4A83-41D8-B712-7945E6CC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3" name="HEADER_RULE">
            <a:extLst xmlns:a="http://schemas.openxmlformats.org/drawingml/2006/main">
              <a:ext uri="{FF2B5EF4-FFF2-40B4-BE49-F238E27FC236}">
                <a16:creationId xmlns:a16="http://schemas.microsoft.com/office/drawing/2014/main" id="{450AA854-DB34-4EAE-90FE-09C4EB9D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7791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C46"/>
          </a:solidFill>
          <a:ln xmlns:a="http://schemas.openxmlformats.org/drawingml/2006/main" w="0">
            <a:solidFill>
              <a:srgbClr val="4F4C46"/>
            </a:solidFill>
            <a:prstDash val="solid"/>
          </a:ln>
        </p:spPr>
      </p:sp>
      <p:sp>
        <p:nvSpPr>
          <p:cNvPr id="4" name="FOOTER_TEXT">
            <a:extLst xmlns:a="http://schemas.openxmlformats.org/drawingml/2006/main">
              <a:ext uri="{FF2B5EF4-FFF2-40B4-BE49-F238E27FC236}">
                <a16:creationId xmlns:a16="http://schemas.microsoft.com/office/drawing/2014/main" id="{7DD1E938-448A-43D4-BC1F-84F7B6CF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5" name="PAGE_NUMBER">
            <a:extLst xmlns:a="http://schemas.openxmlformats.org/drawingml/2006/main">
              <a:ext uri="{FF2B5EF4-FFF2-40B4-BE49-F238E27FC236}">
                <a16:creationId xmlns:a16="http://schemas.microsoft.com/office/drawing/2014/main" id="{90BFD4CE-8B5A-4D14-9535-8EFA0E5A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34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 xml:space="preserve">10</a:t>
            </a:r>
          </a:p>
        </p:txBody>
      </p:sp>
      <p:pic>
        <p:nvPicPr>
          <p:cNvPr id="6" name="BOARD_IMAGE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Boar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7700" y="647700"/>
            <a:ext cx="4648200" cy="464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" name="FIGURE_CAPTION">
            <a:extLst xmlns:a="http://schemas.openxmlformats.org/drawingml/2006/main">
              <a:ext uri="{FF2B5EF4-FFF2-40B4-BE49-F238E27FC236}">
                <a16:creationId xmlns:a16="http://schemas.microsoft.com/office/drawing/2014/main" id="{D6F62851-118C-4C14-AA2A-64EEADB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8000"/>
              </a:lnSpc>
              <a:buNone/>
              <a:def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第10图</a:t>
            </a:r>
          </a:p>
        </p:txBody>
      </p:sp>
      <p:sp>
        <p:nvSpPr>
          <p:cNvPr id="9" name="NODE_TITLE">
            <a:extLst xmlns:a="http://schemas.openxmlformats.org/drawingml/2006/main">
              <a:ext uri="{FF2B5EF4-FFF2-40B4-BE49-F238E27FC236}">
                <a16:creationId xmlns:a16="http://schemas.microsoft.com/office/drawing/2014/main" id="{E604BC4B-B5E2-4B5A-A134-6F7D341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黑长</a:t>
            </a:r>
          </a:p>
        </p:txBody>
      </p:sp>
      <p:sp>
        <p:nvSpPr>
          <p:cNvPr id="10" name="COMMENT">
            <a:extLst xmlns:a="http://schemas.openxmlformats.org/drawingml/2006/main">
              <a:ext uri="{FF2B5EF4-FFF2-40B4-BE49-F238E27FC236}">
                <a16:creationId xmlns:a16="http://schemas.microsoft.com/office/drawing/2014/main" id="{45D43DD9-E5A5-48EC-BCD9-76CC48BA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33475"/>
            <a:ext cx="2819400" cy="465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黑长是抢先手的下法，白棋大致有A、B、C三种走法。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A小飞最为简明，也最常见。</a:t>
            </a:r>
          </a:p>
        </p:txBody>
      </p:sp>
      <p:sp>
        <p:nvSpPr>
          <p:cNvPr id="11" name="BOARD_NOTE">
            <a:extLst xmlns:a="http://schemas.openxmlformats.org/drawingml/2006/main">
              <a:ext uri="{FF2B5EF4-FFF2-40B4-BE49-F238E27FC236}">
                <a16:creationId xmlns:a16="http://schemas.microsoft.com/office/drawing/2014/main" id="{D9FDCE8A-70F5-460C-A8D6-0166DBD4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000" b="0">
                <a:solidFill>
                  <a:srgbClr val="77736B"/>
                </a:solidFill>
                <a:latin typeface="Noto Serif CJK SC"/>
                <a:ea typeface="Noto Serif CJK SC"/>
                <a:cs typeface="Noto Serif CJK SC"/>
              </a:defRPr>
            </a:pP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854443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_HEADER">
            <a:extLst xmlns:a="http://schemas.openxmlformats.org/drawingml/2006/main">
              <a:ext uri="{FF2B5EF4-FFF2-40B4-BE49-F238E27FC236}">
                <a16:creationId xmlns:a16="http://schemas.microsoft.com/office/drawing/2014/main" id="{458ABE28-7692-41A4-A851-CA80B541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简明三三定式</a:t>
            </a:r>
          </a:p>
        </p:txBody>
      </p:sp>
      <p:sp>
        <p:nvSpPr>
          <p:cNvPr id="2" name="LAYOUT_CODE">
            <a:extLst xmlns:a="http://schemas.openxmlformats.org/drawingml/2006/main">
              <a:ext uri="{FF2B5EF4-FFF2-40B4-BE49-F238E27FC236}">
                <a16:creationId xmlns:a16="http://schemas.microsoft.com/office/drawing/2014/main" id="{528FBBB5-4A83-41D8-B712-7945E6CC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3" name="HEADER_RULE">
            <a:extLst xmlns:a="http://schemas.openxmlformats.org/drawingml/2006/main">
              <a:ext uri="{FF2B5EF4-FFF2-40B4-BE49-F238E27FC236}">
                <a16:creationId xmlns:a16="http://schemas.microsoft.com/office/drawing/2014/main" id="{450AA854-DB34-4EAE-90FE-09C4EB9D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7791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C46"/>
          </a:solidFill>
          <a:ln xmlns:a="http://schemas.openxmlformats.org/drawingml/2006/main" w="0">
            <a:solidFill>
              <a:srgbClr val="4F4C46"/>
            </a:solidFill>
            <a:prstDash val="solid"/>
          </a:ln>
        </p:spPr>
      </p:sp>
      <p:sp>
        <p:nvSpPr>
          <p:cNvPr id="4" name="FOOTER_TEXT">
            <a:extLst xmlns:a="http://schemas.openxmlformats.org/drawingml/2006/main">
              <a:ext uri="{FF2B5EF4-FFF2-40B4-BE49-F238E27FC236}">
                <a16:creationId xmlns:a16="http://schemas.microsoft.com/office/drawing/2014/main" id="{7DD1E938-448A-43D4-BC1F-84F7B6CF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5" name="PAGE_NUMBER">
            <a:extLst xmlns:a="http://schemas.openxmlformats.org/drawingml/2006/main">
              <a:ext uri="{FF2B5EF4-FFF2-40B4-BE49-F238E27FC236}">
                <a16:creationId xmlns:a16="http://schemas.microsoft.com/office/drawing/2014/main" id="{90BFD4CE-8B5A-4D14-9535-8EFA0E5A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34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 xml:space="preserve">11</a:t>
            </a:r>
          </a:p>
        </p:txBody>
      </p:sp>
      <p:pic>
        <p:nvPicPr>
          <p:cNvPr id="6" name="BOARD_IMAGE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Boar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7700" y="647700"/>
            <a:ext cx="4648200" cy="464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" name="FIGURE_CAPTION">
            <a:extLst xmlns:a="http://schemas.openxmlformats.org/drawingml/2006/main">
              <a:ext uri="{FF2B5EF4-FFF2-40B4-BE49-F238E27FC236}">
                <a16:creationId xmlns:a16="http://schemas.microsoft.com/office/drawing/2014/main" id="{D6F62851-118C-4C14-AA2A-64EEADB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8000"/>
              </a:lnSpc>
              <a:buNone/>
              <a:def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第11图</a:t>
            </a:r>
          </a:p>
        </p:txBody>
      </p:sp>
      <p:sp>
        <p:nvSpPr>
          <p:cNvPr id="9" name="NODE_TITLE">
            <a:extLst xmlns:a="http://schemas.openxmlformats.org/drawingml/2006/main">
              <a:ext uri="{FF2B5EF4-FFF2-40B4-BE49-F238E27FC236}">
                <a16:creationId xmlns:a16="http://schemas.microsoft.com/office/drawing/2014/main" id="{E604BC4B-B5E2-4B5A-A134-6F7D341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白小飞</a:t>
            </a:r>
          </a:p>
        </p:txBody>
      </p:sp>
      <p:sp>
        <p:nvSpPr>
          <p:cNvPr id="10" name="COMMENT">
            <a:extLst xmlns:a="http://schemas.openxmlformats.org/drawingml/2006/main">
              <a:ext uri="{FF2B5EF4-FFF2-40B4-BE49-F238E27FC236}">
                <a16:creationId xmlns:a16="http://schemas.microsoft.com/office/drawing/2014/main" id="{45D43DD9-E5A5-48EC-BCD9-76CC48BA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33475"/>
            <a:ext cx="2819400" cy="465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此时黑可以脱先，黑的外势围地价值不大，应另抢大场。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黑并不怕白从方块一带直接逼近，此时黑可以A位尖顶+B位扳做腾挪。</a:t>
            </a:r>
          </a:p>
        </p:txBody>
      </p:sp>
      <p:sp>
        <p:nvSpPr>
          <p:cNvPr id="11" name="BOARD_NOTE">
            <a:extLst xmlns:a="http://schemas.openxmlformats.org/drawingml/2006/main">
              <a:ext uri="{FF2B5EF4-FFF2-40B4-BE49-F238E27FC236}">
                <a16:creationId xmlns:a16="http://schemas.microsoft.com/office/drawing/2014/main" id="{D9FDCE8A-70F5-460C-A8D6-0166DBD4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000" b="0">
                <a:solidFill>
                  <a:srgbClr val="77736B"/>
                </a:solidFill>
                <a:latin typeface="Noto Serif CJK SC"/>
                <a:ea typeface="Noto Serif CJK SC"/>
                <a:cs typeface="Noto Serif CJK SC"/>
              </a:defRPr>
            </a:pP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854443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_HEADER">
            <a:extLst xmlns:a="http://schemas.openxmlformats.org/drawingml/2006/main">
              <a:ext uri="{FF2B5EF4-FFF2-40B4-BE49-F238E27FC236}">
                <a16:creationId xmlns:a16="http://schemas.microsoft.com/office/drawing/2014/main" id="{458ABE28-7692-41A4-A851-CA80B541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简明三三定式</a:t>
            </a:r>
          </a:p>
        </p:txBody>
      </p:sp>
      <p:sp>
        <p:nvSpPr>
          <p:cNvPr id="2" name="LAYOUT_CODE">
            <a:extLst xmlns:a="http://schemas.openxmlformats.org/drawingml/2006/main">
              <a:ext uri="{FF2B5EF4-FFF2-40B4-BE49-F238E27FC236}">
                <a16:creationId xmlns:a16="http://schemas.microsoft.com/office/drawing/2014/main" id="{528FBBB5-4A83-41D8-B712-7945E6CC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3" name="HEADER_RULE">
            <a:extLst xmlns:a="http://schemas.openxmlformats.org/drawingml/2006/main">
              <a:ext uri="{FF2B5EF4-FFF2-40B4-BE49-F238E27FC236}">
                <a16:creationId xmlns:a16="http://schemas.microsoft.com/office/drawing/2014/main" id="{450AA854-DB34-4EAE-90FE-09C4EB9D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7791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C46"/>
          </a:solidFill>
          <a:ln xmlns:a="http://schemas.openxmlformats.org/drawingml/2006/main" w="0">
            <a:solidFill>
              <a:srgbClr val="4F4C46"/>
            </a:solidFill>
            <a:prstDash val="solid"/>
          </a:ln>
        </p:spPr>
      </p:sp>
      <p:sp>
        <p:nvSpPr>
          <p:cNvPr id="4" name="FOOTER_TEXT">
            <a:extLst xmlns:a="http://schemas.openxmlformats.org/drawingml/2006/main">
              <a:ext uri="{FF2B5EF4-FFF2-40B4-BE49-F238E27FC236}">
                <a16:creationId xmlns:a16="http://schemas.microsoft.com/office/drawing/2014/main" id="{7DD1E938-448A-43D4-BC1F-84F7B6CF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5" name="PAGE_NUMBER">
            <a:extLst xmlns:a="http://schemas.openxmlformats.org/drawingml/2006/main">
              <a:ext uri="{FF2B5EF4-FFF2-40B4-BE49-F238E27FC236}">
                <a16:creationId xmlns:a16="http://schemas.microsoft.com/office/drawing/2014/main" id="{90BFD4CE-8B5A-4D14-9535-8EFA0E5A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34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 xml:space="preserve">12</a:t>
            </a:r>
          </a:p>
        </p:txBody>
      </p:sp>
      <p:pic>
        <p:nvPicPr>
          <p:cNvPr id="6" name="BOARD_IMAGE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Boar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7700" y="647700"/>
            <a:ext cx="4648200" cy="464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" name="FIGURE_CAPTION">
            <a:extLst xmlns:a="http://schemas.openxmlformats.org/drawingml/2006/main">
              <a:ext uri="{FF2B5EF4-FFF2-40B4-BE49-F238E27FC236}">
                <a16:creationId xmlns:a16="http://schemas.microsoft.com/office/drawing/2014/main" id="{D6F62851-118C-4C14-AA2A-64EEADB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8000"/>
              </a:lnSpc>
              <a:buNone/>
              <a:def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第12图</a:t>
            </a:r>
          </a:p>
        </p:txBody>
      </p:sp>
      <p:sp>
        <p:nvSpPr>
          <p:cNvPr id="9" name="NODE_TITLE">
            <a:extLst xmlns:a="http://schemas.openxmlformats.org/drawingml/2006/main">
              <a:ext uri="{FF2B5EF4-FFF2-40B4-BE49-F238E27FC236}">
                <a16:creationId xmlns:a16="http://schemas.microsoft.com/office/drawing/2014/main" id="{E604BC4B-B5E2-4B5A-A134-6F7D341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白小跳</a:t>
            </a:r>
          </a:p>
        </p:txBody>
      </p:sp>
      <p:sp>
        <p:nvSpPr>
          <p:cNvPr id="10" name="COMMENT">
            <a:extLst xmlns:a="http://schemas.openxmlformats.org/drawingml/2006/main">
              <a:ext uri="{FF2B5EF4-FFF2-40B4-BE49-F238E27FC236}">
                <a16:creationId xmlns:a16="http://schemas.microsoft.com/office/drawing/2014/main" id="{45D43DD9-E5A5-48EC-BCD9-76CC48BA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33475"/>
            <a:ext cx="2819400" cy="465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此图需要白棋征子有利，否则...</a:t>
            </a:r>
          </a:p>
        </p:txBody>
      </p:sp>
      <p:sp>
        <p:nvSpPr>
          <p:cNvPr id="11" name="BOARD_NOTE">
            <a:extLst xmlns:a="http://schemas.openxmlformats.org/drawingml/2006/main">
              <a:ext uri="{FF2B5EF4-FFF2-40B4-BE49-F238E27FC236}">
                <a16:creationId xmlns:a16="http://schemas.microsoft.com/office/drawing/2014/main" id="{D9FDCE8A-70F5-460C-A8D6-0166DBD4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000" b="0">
                <a:solidFill>
                  <a:srgbClr val="77736B"/>
                </a:solidFill>
                <a:latin typeface="Noto Serif CJK SC"/>
                <a:ea typeface="Noto Serif CJK SC"/>
                <a:cs typeface="Noto Serif CJK SC"/>
              </a:defRPr>
            </a:pP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854443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_HEADER">
            <a:extLst xmlns:a="http://schemas.openxmlformats.org/drawingml/2006/main">
              <a:ext uri="{FF2B5EF4-FFF2-40B4-BE49-F238E27FC236}">
                <a16:creationId xmlns:a16="http://schemas.microsoft.com/office/drawing/2014/main" id="{458ABE28-7692-41A4-A851-CA80B541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简明三三定式</a:t>
            </a:r>
          </a:p>
        </p:txBody>
      </p:sp>
      <p:sp>
        <p:nvSpPr>
          <p:cNvPr id="2" name="LAYOUT_CODE">
            <a:extLst xmlns:a="http://schemas.openxmlformats.org/drawingml/2006/main">
              <a:ext uri="{FF2B5EF4-FFF2-40B4-BE49-F238E27FC236}">
                <a16:creationId xmlns:a16="http://schemas.microsoft.com/office/drawing/2014/main" id="{528FBBB5-4A83-41D8-B712-7945E6CC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3" name="HEADER_RULE">
            <a:extLst xmlns:a="http://schemas.openxmlformats.org/drawingml/2006/main">
              <a:ext uri="{FF2B5EF4-FFF2-40B4-BE49-F238E27FC236}">
                <a16:creationId xmlns:a16="http://schemas.microsoft.com/office/drawing/2014/main" id="{450AA854-DB34-4EAE-90FE-09C4EB9D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7791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C46"/>
          </a:solidFill>
          <a:ln xmlns:a="http://schemas.openxmlformats.org/drawingml/2006/main" w="0">
            <a:solidFill>
              <a:srgbClr val="4F4C46"/>
            </a:solidFill>
            <a:prstDash val="solid"/>
          </a:ln>
        </p:spPr>
      </p:sp>
      <p:sp>
        <p:nvSpPr>
          <p:cNvPr id="4" name="FOOTER_TEXT">
            <a:extLst xmlns:a="http://schemas.openxmlformats.org/drawingml/2006/main">
              <a:ext uri="{FF2B5EF4-FFF2-40B4-BE49-F238E27FC236}">
                <a16:creationId xmlns:a16="http://schemas.microsoft.com/office/drawing/2014/main" id="{7DD1E938-448A-43D4-BC1F-84F7B6CF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5" name="PAGE_NUMBER">
            <a:extLst xmlns:a="http://schemas.openxmlformats.org/drawingml/2006/main">
              <a:ext uri="{FF2B5EF4-FFF2-40B4-BE49-F238E27FC236}">
                <a16:creationId xmlns:a16="http://schemas.microsoft.com/office/drawing/2014/main" id="{90BFD4CE-8B5A-4D14-9535-8EFA0E5A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34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 xml:space="preserve">13</a:t>
            </a:r>
          </a:p>
        </p:txBody>
      </p:sp>
      <p:pic>
        <p:nvPicPr>
          <p:cNvPr id="6" name="BOARD_IMAGE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Boar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7700" y="647700"/>
            <a:ext cx="4648200" cy="464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" name="FIGURE_CAPTION">
            <a:extLst xmlns:a="http://schemas.openxmlformats.org/drawingml/2006/main">
              <a:ext uri="{FF2B5EF4-FFF2-40B4-BE49-F238E27FC236}">
                <a16:creationId xmlns:a16="http://schemas.microsoft.com/office/drawing/2014/main" id="{D6F62851-118C-4C14-AA2A-64EEADB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8000"/>
              </a:lnSpc>
              <a:buNone/>
              <a:def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第13图</a:t>
            </a:r>
          </a:p>
        </p:txBody>
      </p:sp>
      <p:sp>
        <p:nvSpPr>
          <p:cNvPr id="9" name="NODE_TITLE">
            <a:extLst xmlns:a="http://schemas.openxmlformats.org/drawingml/2006/main">
              <a:ext uri="{FF2B5EF4-FFF2-40B4-BE49-F238E27FC236}">
                <a16:creationId xmlns:a16="http://schemas.microsoft.com/office/drawing/2014/main" id="{E604BC4B-B5E2-4B5A-A134-6F7D341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黑征吃外面一子</a:t>
            </a:r>
          </a:p>
        </p:txBody>
      </p:sp>
      <p:sp>
        <p:nvSpPr>
          <p:cNvPr id="10" name="COMMENT">
            <a:extLst xmlns:a="http://schemas.openxmlformats.org/drawingml/2006/main">
              <a:ext uri="{FF2B5EF4-FFF2-40B4-BE49-F238E27FC236}">
                <a16:creationId xmlns:a16="http://schemas.microsoft.com/office/drawing/2014/main" id="{45D43DD9-E5A5-48EC-BCD9-76CC48BA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33475"/>
            <a:ext cx="2819400" cy="465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黑将白封锁并征吃掉白一子，无不满。</a:t>
            </a:r>
          </a:p>
        </p:txBody>
      </p:sp>
      <p:sp>
        <p:nvSpPr>
          <p:cNvPr id="11" name="BOARD_NOTE">
            <a:extLst xmlns:a="http://schemas.openxmlformats.org/drawingml/2006/main">
              <a:ext uri="{FF2B5EF4-FFF2-40B4-BE49-F238E27FC236}">
                <a16:creationId xmlns:a16="http://schemas.microsoft.com/office/drawing/2014/main" id="{D9FDCE8A-70F5-460C-A8D6-0166DBD4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000" b="0">
                <a:solidFill>
                  <a:srgbClr val="77736B"/>
                </a:solidFill>
                <a:latin typeface="Noto Serif CJK SC"/>
                <a:ea typeface="Noto Serif CJK SC"/>
                <a:cs typeface="Noto Serif CJK SC"/>
              </a:defRPr>
            </a:pP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854443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_HEADER">
            <a:extLst xmlns:a="http://schemas.openxmlformats.org/drawingml/2006/main">
              <a:ext uri="{FF2B5EF4-FFF2-40B4-BE49-F238E27FC236}">
                <a16:creationId xmlns:a16="http://schemas.microsoft.com/office/drawing/2014/main" id="{458ABE28-7692-41A4-A851-CA80B541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简明三三定式</a:t>
            </a:r>
          </a:p>
        </p:txBody>
      </p:sp>
      <p:sp>
        <p:nvSpPr>
          <p:cNvPr id="2" name="LAYOUT_CODE">
            <a:extLst xmlns:a="http://schemas.openxmlformats.org/drawingml/2006/main">
              <a:ext uri="{FF2B5EF4-FFF2-40B4-BE49-F238E27FC236}">
                <a16:creationId xmlns:a16="http://schemas.microsoft.com/office/drawing/2014/main" id="{528FBBB5-4A83-41D8-B712-7945E6CC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3" name="HEADER_RULE">
            <a:extLst xmlns:a="http://schemas.openxmlformats.org/drawingml/2006/main">
              <a:ext uri="{FF2B5EF4-FFF2-40B4-BE49-F238E27FC236}">
                <a16:creationId xmlns:a16="http://schemas.microsoft.com/office/drawing/2014/main" id="{450AA854-DB34-4EAE-90FE-09C4EB9D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7791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C46"/>
          </a:solidFill>
          <a:ln xmlns:a="http://schemas.openxmlformats.org/drawingml/2006/main" w="0">
            <a:solidFill>
              <a:srgbClr val="4F4C46"/>
            </a:solidFill>
            <a:prstDash val="solid"/>
          </a:ln>
        </p:spPr>
      </p:sp>
      <p:sp>
        <p:nvSpPr>
          <p:cNvPr id="4" name="FOOTER_TEXT">
            <a:extLst xmlns:a="http://schemas.openxmlformats.org/drawingml/2006/main">
              <a:ext uri="{FF2B5EF4-FFF2-40B4-BE49-F238E27FC236}">
                <a16:creationId xmlns:a16="http://schemas.microsoft.com/office/drawing/2014/main" id="{7DD1E938-448A-43D4-BC1F-84F7B6CF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5" name="PAGE_NUMBER">
            <a:extLst xmlns:a="http://schemas.openxmlformats.org/drawingml/2006/main">
              <a:ext uri="{FF2B5EF4-FFF2-40B4-BE49-F238E27FC236}">
                <a16:creationId xmlns:a16="http://schemas.microsoft.com/office/drawing/2014/main" id="{90BFD4CE-8B5A-4D14-9535-8EFA0E5A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34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 xml:space="preserve">14</a:t>
            </a:r>
          </a:p>
        </p:txBody>
      </p:sp>
      <p:pic>
        <p:nvPicPr>
          <p:cNvPr id="6" name="BOARD_IMAGE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Boar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7700" y="647700"/>
            <a:ext cx="4648200" cy="464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" name="FIGURE_CAPTION">
            <a:extLst xmlns:a="http://schemas.openxmlformats.org/drawingml/2006/main">
              <a:ext uri="{FF2B5EF4-FFF2-40B4-BE49-F238E27FC236}">
                <a16:creationId xmlns:a16="http://schemas.microsoft.com/office/drawing/2014/main" id="{D6F62851-118C-4C14-AA2A-64EEADB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8000"/>
              </a:lnSpc>
              <a:buNone/>
              <a:def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第14图</a:t>
            </a:r>
          </a:p>
        </p:txBody>
      </p:sp>
      <p:sp>
        <p:nvSpPr>
          <p:cNvPr id="9" name="NODE_TITLE">
            <a:extLst xmlns:a="http://schemas.openxmlformats.org/drawingml/2006/main">
              <a:ext uri="{FF2B5EF4-FFF2-40B4-BE49-F238E27FC236}">
                <a16:creationId xmlns:a16="http://schemas.microsoft.com/office/drawing/2014/main" id="{E604BC4B-B5E2-4B5A-A134-6F7D341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白硬贴</a:t>
            </a:r>
          </a:p>
        </p:txBody>
      </p:sp>
      <p:sp>
        <p:nvSpPr>
          <p:cNvPr id="10" name="COMMENT">
            <a:extLst xmlns:a="http://schemas.openxmlformats.org/drawingml/2006/main">
              <a:ext uri="{FF2B5EF4-FFF2-40B4-BE49-F238E27FC236}">
                <a16:creationId xmlns:a16="http://schemas.microsoft.com/office/drawing/2014/main" id="{45D43DD9-E5A5-48EC-BCD9-76CC48BA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33475"/>
            <a:ext cx="2819400" cy="465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这是不让黑棋脱身的下法，如果黑扳...</a:t>
            </a:r>
          </a:p>
        </p:txBody>
      </p:sp>
      <p:sp>
        <p:nvSpPr>
          <p:cNvPr id="11" name="BOARD_NOTE">
            <a:extLst xmlns:a="http://schemas.openxmlformats.org/drawingml/2006/main">
              <a:ext uri="{FF2B5EF4-FFF2-40B4-BE49-F238E27FC236}">
                <a16:creationId xmlns:a16="http://schemas.microsoft.com/office/drawing/2014/main" id="{D9FDCE8A-70F5-460C-A8D6-0166DBD4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000" b="0">
                <a:solidFill>
                  <a:srgbClr val="77736B"/>
                </a:solidFill>
                <a:latin typeface="Noto Serif CJK SC"/>
                <a:ea typeface="Noto Serif CJK SC"/>
                <a:cs typeface="Noto Serif CJK SC"/>
              </a:defRPr>
            </a:pP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854443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_HEADER">
            <a:extLst xmlns:a="http://schemas.openxmlformats.org/drawingml/2006/main">
              <a:ext uri="{FF2B5EF4-FFF2-40B4-BE49-F238E27FC236}">
                <a16:creationId xmlns:a16="http://schemas.microsoft.com/office/drawing/2014/main" id="{458ABE28-7692-41A4-A851-CA80B541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简明三三定式</a:t>
            </a:r>
          </a:p>
        </p:txBody>
      </p:sp>
      <p:sp>
        <p:nvSpPr>
          <p:cNvPr id="2" name="LAYOUT_CODE">
            <a:extLst xmlns:a="http://schemas.openxmlformats.org/drawingml/2006/main">
              <a:ext uri="{FF2B5EF4-FFF2-40B4-BE49-F238E27FC236}">
                <a16:creationId xmlns:a16="http://schemas.microsoft.com/office/drawing/2014/main" id="{528FBBB5-4A83-41D8-B712-7945E6CC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3" name="HEADER_RULE">
            <a:extLst xmlns:a="http://schemas.openxmlformats.org/drawingml/2006/main">
              <a:ext uri="{FF2B5EF4-FFF2-40B4-BE49-F238E27FC236}">
                <a16:creationId xmlns:a16="http://schemas.microsoft.com/office/drawing/2014/main" id="{450AA854-DB34-4EAE-90FE-09C4EB9D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7791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C46"/>
          </a:solidFill>
          <a:ln xmlns:a="http://schemas.openxmlformats.org/drawingml/2006/main" w="0">
            <a:solidFill>
              <a:srgbClr val="4F4C46"/>
            </a:solidFill>
            <a:prstDash val="solid"/>
          </a:ln>
        </p:spPr>
      </p:sp>
      <p:sp>
        <p:nvSpPr>
          <p:cNvPr id="4" name="FOOTER_TEXT">
            <a:extLst xmlns:a="http://schemas.openxmlformats.org/drawingml/2006/main">
              <a:ext uri="{FF2B5EF4-FFF2-40B4-BE49-F238E27FC236}">
                <a16:creationId xmlns:a16="http://schemas.microsoft.com/office/drawing/2014/main" id="{7DD1E938-448A-43D4-BC1F-84F7B6CF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5" name="PAGE_NUMBER">
            <a:extLst xmlns:a="http://schemas.openxmlformats.org/drawingml/2006/main">
              <a:ext uri="{FF2B5EF4-FFF2-40B4-BE49-F238E27FC236}">
                <a16:creationId xmlns:a16="http://schemas.microsoft.com/office/drawing/2014/main" id="{90BFD4CE-8B5A-4D14-9535-8EFA0E5A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34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 xml:space="preserve">15</a:t>
            </a:r>
          </a:p>
        </p:txBody>
      </p:sp>
      <p:pic>
        <p:nvPicPr>
          <p:cNvPr id="6" name="BOARD_IMAGE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Boar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7700" y="647700"/>
            <a:ext cx="4648200" cy="464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" name="FIGURE_CAPTION">
            <a:extLst xmlns:a="http://schemas.openxmlformats.org/drawingml/2006/main">
              <a:ext uri="{FF2B5EF4-FFF2-40B4-BE49-F238E27FC236}">
                <a16:creationId xmlns:a16="http://schemas.microsoft.com/office/drawing/2014/main" id="{D6F62851-118C-4C14-AA2A-64EEADB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8000"/>
              </a:lnSpc>
              <a:buNone/>
              <a:def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第15图</a:t>
            </a:r>
          </a:p>
        </p:txBody>
      </p:sp>
      <p:sp>
        <p:nvSpPr>
          <p:cNvPr id="9" name="NODE_TITLE">
            <a:extLst xmlns:a="http://schemas.openxmlformats.org/drawingml/2006/main">
              <a:ext uri="{FF2B5EF4-FFF2-40B4-BE49-F238E27FC236}">
                <a16:creationId xmlns:a16="http://schemas.microsoft.com/office/drawing/2014/main" id="{E604BC4B-B5E2-4B5A-A134-6F7D341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黑直接扳</a:t>
            </a:r>
          </a:p>
        </p:txBody>
      </p:sp>
      <p:sp>
        <p:nvSpPr>
          <p:cNvPr id="10" name="COMMENT">
            <a:extLst xmlns:a="http://schemas.openxmlformats.org/drawingml/2006/main">
              <a:ext uri="{FF2B5EF4-FFF2-40B4-BE49-F238E27FC236}">
                <a16:creationId xmlns:a16="http://schemas.microsoft.com/office/drawing/2014/main" id="{45D43DD9-E5A5-48EC-BCD9-76CC48BA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33475"/>
            <a:ext cx="2819400" cy="465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黑扳会还原黑小飞后白顶的局面。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此时虽然黑棋依然是先手，但白多了A位打后B位立的手段。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和黑长、白小飞分支，黑脱先白A位尖起相比，此图黑稍差。</a:t>
            </a:r>
          </a:p>
        </p:txBody>
      </p:sp>
      <p:sp>
        <p:nvSpPr>
          <p:cNvPr id="11" name="BOARD_NOTE">
            <a:extLst xmlns:a="http://schemas.openxmlformats.org/drawingml/2006/main">
              <a:ext uri="{FF2B5EF4-FFF2-40B4-BE49-F238E27FC236}">
                <a16:creationId xmlns:a16="http://schemas.microsoft.com/office/drawing/2014/main" id="{D9FDCE8A-70F5-460C-A8D6-0166DBD4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000" b="0">
                <a:solidFill>
                  <a:srgbClr val="77736B"/>
                </a:solidFill>
                <a:latin typeface="Noto Serif CJK SC"/>
                <a:ea typeface="Noto Serif CJK SC"/>
                <a:cs typeface="Noto Serif CJK SC"/>
              </a:defRPr>
            </a:pP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854443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_HEADER">
            <a:extLst xmlns:a="http://schemas.openxmlformats.org/drawingml/2006/main">
              <a:ext uri="{FF2B5EF4-FFF2-40B4-BE49-F238E27FC236}">
                <a16:creationId xmlns:a16="http://schemas.microsoft.com/office/drawing/2014/main" id="{458ABE28-7692-41A4-A851-CA80B541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简明三三定式</a:t>
            </a:r>
          </a:p>
        </p:txBody>
      </p:sp>
      <p:sp>
        <p:nvSpPr>
          <p:cNvPr id="2" name="LAYOUT_CODE">
            <a:extLst xmlns:a="http://schemas.openxmlformats.org/drawingml/2006/main">
              <a:ext uri="{FF2B5EF4-FFF2-40B4-BE49-F238E27FC236}">
                <a16:creationId xmlns:a16="http://schemas.microsoft.com/office/drawing/2014/main" id="{528FBBB5-4A83-41D8-B712-7945E6CC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3" name="HEADER_RULE">
            <a:extLst xmlns:a="http://schemas.openxmlformats.org/drawingml/2006/main">
              <a:ext uri="{FF2B5EF4-FFF2-40B4-BE49-F238E27FC236}">
                <a16:creationId xmlns:a16="http://schemas.microsoft.com/office/drawing/2014/main" id="{450AA854-DB34-4EAE-90FE-09C4EB9D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7791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C46"/>
          </a:solidFill>
          <a:ln xmlns:a="http://schemas.openxmlformats.org/drawingml/2006/main" w="0">
            <a:solidFill>
              <a:srgbClr val="4F4C46"/>
            </a:solidFill>
            <a:prstDash val="solid"/>
          </a:ln>
        </p:spPr>
      </p:sp>
      <p:sp>
        <p:nvSpPr>
          <p:cNvPr id="4" name="FOOTER_TEXT">
            <a:extLst xmlns:a="http://schemas.openxmlformats.org/drawingml/2006/main">
              <a:ext uri="{FF2B5EF4-FFF2-40B4-BE49-F238E27FC236}">
                <a16:creationId xmlns:a16="http://schemas.microsoft.com/office/drawing/2014/main" id="{7DD1E938-448A-43D4-BC1F-84F7B6CF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5" name="PAGE_NUMBER">
            <a:extLst xmlns:a="http://schemas.openxmlformats.org/drawingml/2006/main">
              <a:ext uri="{FF2B5EF4-FFF2-40B4-BE49-F238E27FC236}">
                <a16:creationId xmlns:a16="http://schemas.microsoft.com/office/drawing/2014/main" id="{90BFD4CE-8B5A-4D14-9535-8EFA0E5A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34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 xml:space="preserve">16</a:t>
            </a:r>
          </a:p>
        </p:txBody>
      </p:sp>
      <p:pic>
        <p:nvPicPr>
          <p:cNvPr id="6" name="BOARD_IMAGE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Boar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7700" y="647700"/>
            <a:ext cx="4648200" cy="464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" name="FIGURE_CAPTION">
            <a:extLst xmlns:a="http://schemas.openxmlformats.org/drawingml/2006/main">
              <a:ext uri="{FF2B5EF4-FFF2-40B4-BE49-F238E27FC236}">
                <a16:creationId xmlns:a16="http://schemas.microsoft.com/office/drawing/2014/main" id="{D6F62851-118C-4C14-AA2A-64EEADB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8000"/>
              </a:lnSpc>
              <a:buNone/>
              <a:def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第16图</a:t>
            </a:r>
          </a:p>
        </p:txBody>
      </p:sp>
      <p:sp>
        <p:nvSpPr>
          <p:cNvPr id="9" name="NODE_TITLE">
            <a:extLst xmlns:a="http://schemas.openxmlformats.org/drawingml/2006/main">
              <a:ext uri="{FF2B5EF4-FFF2-40B4-BE49-F238E27FC236}">
                <a16:creationId xmlns:a16="http://schemas.microsoft.com/office/drawing/2014/main" id="{E604BC4B-B5E2-4B5A-A134-6F7D341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黑小飞更为推荐</a:t>
            </a:r>
          </a:p>
        </p:txBody>
      </p:sp>
      <p:sp>
        <p:nvSpPr>
          <p:cNvPr id="10" name="COMMENT">
            <a:extLst xmlns:a="http://schemas.openxmlformats.org/drawingml/2006/main">
              <a:ext uri="{FF2B5EF4-FFF2-40B4-BE49-F238E27FC236}">
                <a16:creationId xmlns:a16="http://schemas.microsoft.com/office/drawing/2014/main" id="{45D43DD9-E5A5-48EC-BCD9-76CC48BA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33475"/>
            <a:ext cx="2819400" cy="465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如果此时白再顶了扳...</a:t>
            </a:r>
          </a:p>
        </p:txBody>
      </p:sp>
      <p:sp>
        <p:nvSpPr>
          <p:cNvPr id="11" name="BOARD_NOTE">
            <a:extLst xmlns:a="http://schemas.openxmlformats.org/drawingml/2006/main">
              <a:ext uri="{FF2B5EF4-FFF2-40B4-BE49-F238E27FC236}">
                <a16:creationId xmlns:a16="http://schemas.microsoft.com/office/drawing/2014/main" id="{D9FDCE8A-70F5-460C-A8D6-0166DBD4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000" b="0">
                <a:solidFill>
                  <a:srgbClr val="77736B"/>
                </a:solidFill>
                <a:latin typeface="Noto Serif CJK SC"/>
                <a:ea typeface="Noto Serif CJK SC"/>
                <a:cs typeface="Noto Serif CJK SC"/>
              </a:defRPr>
            </a:pP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8544438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_HEADER">
            <a:extLst xmlns:a="http://schemas.openxmlformats.org/drawingml/2006/main">
              <a:ext uri="{FF2B5EF4-FFF2-40B4-BE49-F238E27FC236}">
                <a16:creationId xmlns:a16="http://schemas.microsoft.com/office/drawing/2014/main" id="{458ABE28-7692-41A4-A851-CA80B541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简明三三定式</a:t>
            </a:r>
          </a:p>
        </p:txBody>
      </p:sp>
      <p:sp>
        <p:nvSpPr>
          <p:cNvPr id="2" name="LAYOUT_CODE">
            <a:extLst xmlns:a="http://schemas.openxmlformats.org/drawingml/2006/main">
              <a:ext uri="{FF2B5EF4-FFF2-40B4-BE49-F238E27FC236}">
                <a16:creationId xmlns:a16="http://schemas.microsoft.com/office/drawing/2014/main" id="{528FBBB5-4A83-41D8-B712-7945E6CC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3" name="HEADER_RULE">
            <a:extLst xmlns:a="http://schemas.openxmlformats.org/drawingml/2006/main">
              <a:ext uri="{FF2B5EF4-FFF2-40B4-BE49-F238E27FC236}">
                <a16:creationId xmlns:a16="http://schemas.microsoft.com/office/drawing/2014/main" id="{450AA854-DB34-4EAE-90FE-09C4EB9D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7791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C46"/>
          </a:solidFill>
          <a:ln xmlns:a="http://schemas.openxmlformats.org/drawingml/2006/main" w="0">
            <a:solidFill>
              <a:srgbClr val="4F4C46"/>
            </a:solidFill>
            <a:prstDash val="solid"/>
          </a:ln>
        </p:spPr>
      </p:sp>
      <p:sp>
        <p:nvSpPr>
          <p:cNvPr id="4" name="FOOTER_TEXT">
            <a:extLst xmlns:a="http://schemas.openxmlformats.org/drawingml/2006/main">
              <a:ext uri="{FF2B5EF4-FFF2-40B4-BE49-F238E27FC236}">
                <a16:creationId xmlns:a16="http://schemas.microsoft.com/office/drawing/2014/main" id="{7DD1E938-448A-43D4-BC1F-84F7B6CF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5" name="PAGE_NUMBER">
            <a:extLst xmlns:a="http://schemas.openxmlformats.org/drawingml/2006/main">
              <a:ext uri="{FF2B5EF4-FFF2-40B4-BE49-F238E27FC236}">
                <a16:creationId xmlns:a16="http://schemas.microsoft.com/office/drawing/2014/main" id="{90BFD4CE-8B5A-4D14-9535-8EFA0E5A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34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 xml:space="preserve">17</a:t>
            </a:r>
          </a:p>
        </p:txBody>
      </p:sp>
      <p:pic>
        <p:nvPicPr>
          <p:cNvPr id="6" name="BOARD_IMAGE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Boar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7700" y="647700"/>
            <a:ext cx="4648200" cy="464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" name="FIGURE_CAPTION">
            <a:extLst xmlns:a="http://schemas.openxmlformats.org/drawingml/2006/main">
              <a:ext uri="{FF2B5EF4-FFF2-40B4-BE49-F238E27FC236}">
                <a16:creationId xmlns:a16="http://schemas.microsoft.com/office/drawing/2014/main" id="{D6F62851-118C-4C14-AA2A-64EEADB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8000"/>
              </a:lnSpc>
              <a:buNone/>
              <a:def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第17图</a:t>
            </a:r>
          </a:p>
        </p:txBody>
      </p:sp>
      <p:sp>
        <p:nvSpPr>
          <p:cNvPr id="9" name="NODE_TITLE">
            <a:extLst xmlns:a="http://schemas.openxmlformats.org/drawingml/2006/main">
              <a:ext uri="{FF2B5EF4-FFF2-40B4-BE49-F238E27FC236}">
                <a16:creationId xmlns:a16="http://schemas.microsoft.com/office/drawing/2014/main" id="{E604BC4B-B5E2-4B5A-A134-6F7D341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白顶了扳</a:t>
            </a:r>
          </a:p>
        </p:txBody>
      </p:sp>
      <p:sp>
        <p:nvSpPr>
          <p:cNvPr id="10" name="COMMENT">
            <a:extLst xmlns:a="http://schemas.openxmlformats.org/drawingml/2006/main">
              <a:ext uri="{FF2B5EF4-FFF2-40B4-BE49-F238E27FC236}">
                <a16:creationId xmlns:a16="http://schemas.microsoft.com/office/drawing/2014/main" id="{45D43DD9-E5A5-48EC-BCD9-76CC48BA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33475"/>
            <a:ext cx="2819400" cy="465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此图黑比之前直接扳下好，因为白打了立的效果减弱。</a:t>
            </a:r>
          </a:p>
        </p:txBody>
      </p:sp>
      <p:sp>
        <p:nvSpPr>
          <p:cNvPr id="11" name="BOARD_NOTE">
            <a:extLst xmlns:a="http://schemas.openxmlformats.org/drawingml/2006/main">
              <a:ext uri="{FF2B5EF4-FFF2-40B4-BE49-F238E27FC236}">
                <a16:creationId xmlns:a16="http://schemas.microsoft.com/office/drawing/2014/main" id="{D9FDCE8A-70F5-460C-A8D6-0166DBD4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000" b="0">
                <a:solidFill>
                  <a:srgbClr val="77736B"/>
                </a:solidFill>
                <a:latin typeface="Noto Serif CJK SC"/>
                <a:ea typeface="Noto Serif CJK SC"/>
                <a:cs typeface="Noto Serif CJK SC"/>
              </a:defRPr>
            </a:pP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854443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2026-07-31T07:34:21.6960000Z</dcterms:created>
  <dcterms:modified xsi:type="dcterms:W3CDTF">2026-07-31T07:34:21.6960000Z</dcterms:modified>
</coreProperties>
</file>