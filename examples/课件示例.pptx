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488f137324345" /><Relationship Type="http://schemas.openxmlformats.org/officeDocument/2006/relationships/extended-properties" Target="/docProps/app.xml" Id="Rc261a8aa7213488d" /><Relationship Type="http://schemas.openxmlformats.org/officeDocument/2006/relationships/officeDocument" Target="/ppt/presentation.xml" Id="R4d90a69398b14d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  <p:sldId xmlns:r="http://schemas.openxmlformats.org/officeDocument/2006/relationships" id="262" r:id="rIdSlide7"/>
    <p:sldId xmlns:r="http://schemas.openxmlformats.org/officeDocument/2006/relationships" id="263" r:id="rIdSlide8"/>
    <p:sldId xmlns:r="http://schemas.openxmlformats.org/officeDocument/2006/relationships" id="264" r:id="rIdSlide9"/>
    <p:sldId xmlns:r="http://schemas.openxmlformats.org/officeDocument/2006/relationships" id="265" r:id="rIdSlide10"/>
    <p:sldId xmlns:r="http://schemas.openxmlformats.org/officeDocument/2006/relationships" id="266" r:id="rIdSlide11"/>
    <p:sldId xmlns:r="http://schemas.openxmlformats.org/officeDocument/2006/relationships" id="267" r:id="rIdSlide12"/>
    <p:sldId xmlns:r="http://schemas.openxmlformats.org/officeDocument/2006/relationships" id="268" r:id="rIdSlide13"/>
    <p:sldId xmlns:r="http://schemas.openxmlformats.org/officeDocument/2006/relationships" id="269" r:id="rIdSlide14"/>
    <p:sldId xmlns:r="http://schemas.openxmlformats.org/officeDocument/2006/relationships" id="270" r:id="rIdSlide15"/>
    <p:sldId xmlns:r="http://schemas.openxmlformats.org/officeDocument/2006/relationships" id="271" r:id="rIdSlide16"/>
    <p:sldId xmlns:r="http://schemas.openxmlformats.org/officeDocument/2006/relationships" id="272" r:id="rIdSlide17"/>
    <p:sldId xmlns:r="http://schemas.openxmlformats.org/officeDocument/2006/relationships" id="273" r:id="rIdSlide18"/>
    <p:sldId xmlns:r="http://schemas.openxmlformats.org/officeDocument/2006/relationships" id="274" r:id="rIdSlide19"/>
  </p:sldIdLst>
  <p:sldSz cx="9001125" cy="6334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IdTheme"/><Relationship Type="http://schemas.openxmlformats.org/officeDocument/2006/relationships/slideMaster" Target="/ppt/slideMasters/slideMaster1.xml" Id="rIdMaster"/><Relationship Type="http://schemas.openxmlformats.org/officeDocument/2006/relationships/presProps" Target="/ppt/presProps.xml" Id="rIdPresProps"/><Relationship Type="http://schemas.openxmlformats.org/officeDocument/2006/relationships/tableStyles" Target="/ppt/tableStyles.xml" Id="rIdTableStyles"/><Relationship Type="http://schemas.openxmlformats.org/officeDocument/2006/relationships/slide" Target="/ppt/slides/slide1.xml" Id="rIdSlide1"/><Relationship Type="http://schemas.openxmlformats.org/officeDocument/2006/relationships/slide" Target="/ppt/slides/slide2.xml" Id="rIdSlide2"/><Relationship Type="http://schemas.openxmlformats.org/officeDocument/2006/relationships/slide" Target="/ppt/slides/slide3.xml" Id="rIdSlide3"/><Relationship Type="http://schemas.openxmlformats.org/officeDocument/2006/relationships/slide" Target="/ppt/slides/slide4.xml" Id="rIdSlide4"/><Relationship Type="http://schemas.openxmlformats.org/officeDocument/2006/relationships/slide" Target="/ppt/slides/slide5.xml" Id="rIdSlide5"/><Relationship Type="http://schemas.openxmlformats.org/officeDocument/2006/relationships/slide" Target="/ppt/slides/slide6.xml" Id="rIdSlide6"/><Relationship Type="http://schemas.openxmlformats.org/officeDocument/2006/relationships/slide" Target="/ppt/slides/slide7.xml" Id="rIdSlide7"/><Relationship Type="http://schemas.openxmlformats.org/officeDocument/2006/relationships/slide" Target="/ppt/slides/slide8.xml" Id="rIdSlide8"/><Relationship Type="http://schemas.openxmlformats.org/officeDocument/2006/relationships/slide" Target="/ppt/slides/slide9.xml" Id="rIdSlide9"/><Relationship Type="http://schemas.openxmlformats.org/officeDocument/2006/relationships/slide" Target="/ppt/slides/slide10.xml" Id="rIdSlide10"/><Relationship Type="http://schemas.openxmlformats.org/officeDocument/2006/relationships/slide" Target="/ppt/slides/slide11.xml" Id="rIdSlide11"/><Relationship Type="http://schemas.openxmlformats.org/officeDocument/2006/relationships/slide" Target="/ppt/slides/slide12.xml" Id="rIdSlide12"/><Relationship Type="http://schemas.openxmlformats.org/officeDocument/2006/relationships/slide" Target="/ppt/slides/slide13.xml" Id="rIdSlide13"/><Relationship Type="http://schemas.openxmlformats.org/officeDocument/2006/relationships/slide" Target="/ppt/slides/slide14.xml" Id="rIdSlide14"/><Relationship Type="http://schemas.openxmlformats.org/officeDocument/2006/relationships/slide" Target="/ppt/slides/slide15.xml" Id="rIdSlide15"/><Relationship Type="http://schemas.openxmlformats.org/officeDocument/2006/relationships/slide" Target="/ppt/slides/slide16.xml" Id="rIdSlide16"/><Relationship Type="http://schemas.openxmlformats.org/officeDocument/2006/relationships/slide" Target="/ppt/slides/slide17.xml" Id="rIdSlide17"/><Relationship Type="http://schemas.openxmlformats.org/officeDocument/2006/relationships/slide" Target="/ppt/slides/slide18.xml" Id="rIdSlide18"/><Relationship Type="http://schemas.openxmlformats.org/officeDocument/2006/relationships/slide" Target="/ppt/slides/slide19.xml" Id="rIdSlide19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b6f2767b841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aeaa5671c4d23" /><Relationship Type="http://schemas.openxmlformats.org/officeDocument/2006/relationships/slideLayout" Target="/ppt/slideLayouts/slideLayout1.xml" Id="R44d233a682cd46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233a682cd46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.svg" Id="rIdBoard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2.svg" Id="rIdBoard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3.svg" Id="rIdBoard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4.svg" Id="rIdBoard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5.svg" Id="rIdBoard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6.svg" Id="rIdBoard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7.svg" Id="rIdBoard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8.svg" Id="rIdBoard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9.svg" Id="rIdBoard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0.svg" Id="rIdBoard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1.svg" Id="rIdBoard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2.svg" Id="rIdBoard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3.svg" Id="rIdBoard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4.svg" Id="rIdBoard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5.svg" Id="rIdBoard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6.svg" Id="rIdBoard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7.svg" Id="rIdBoard"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8.svg" Id="rIdBoard"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/><Relationship Type="http://schemas.openxmlformats.org/officeDocument/2006/relationships/image" Target="/ppt/media/board19.svg" Id="rIdBoard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黑星位白点三三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黑档一边后，白大致有A、B、C，3种走法。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优先选择A和B，有经验后可以选择C。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选择依据：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1、取势/取地都选A；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2、抢先手选B；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3、C见后续解说。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2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第2图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黑棋扳下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黑1扳下，白2必应。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接下来黑A取势，黑B取地，选择权在黑。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3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第3图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黑取势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此时白通常会再A位爬一手，待黑出后脱先他投。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白若不爬...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4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第4图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黑拐下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黑拐下是先手，白棋不应会被黑A立下杀角。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白只能走A扳粘，白损。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5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第5图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白长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白长黑长，白棋脱先他投，这是常见情况。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注意白棋序盘阶段不要A位扳粘，会让黑棋外面太厚。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6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第6图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黑二连星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如果白连点两个角，注意黑挡的方向。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此时黑A位挡优于B位挡，可以将白整体压在上边同一侧，这是黑优局面。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7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第7图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如果二连星在另一侧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此时黑A位挡优于B位挡，但需要注意定式选择。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8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第8图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白得先手打入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黑如图中取势，会遭到白棋打入。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9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第9图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黑抢先手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黑抢先手后上下连片是理想图。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10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第10图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黑长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黑长是抢先手的下法，白棋大致有A、B、C三种走法。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A小飞最为简明，也最常见。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11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第11图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白小飞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此时黑可以脱先，黑的外势围地价值不大，应另抢大场。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黑并不怕白从方块一带直接逼近，此时黑可以A位尖顶+B位扳做腾挪。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12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第11图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白的下一手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可以尖起抬头，避免被黑压低。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13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第12图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白小跳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此图需要白棋征子有利，否则...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14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第13图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黑征吃外面一子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黑将白封锁并征吃掉白一子，无不满。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15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第14图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黑若不走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白小尖是好形，可尽早走掉。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16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第15图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白硬贴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这是不让黑棋脱身的下法，如果黑扳...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17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第16图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黑直接扳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黑扳会还原黑小飞后白顶的局面。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此时虽然黑棋依然是先手，但白多了A位打后B位立的手段。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和黑长、白小飞分支，黑脱先白A位尖起相比，此图黑稍差。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18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第17图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黑小飞更为推荐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如果此时白再顶了扳...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简明三三定式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 xml:space="preserve">Gotepad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8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 xml:space="preserve">19</a:t>
            </a:r>
          </a:p>
        </p:txBody>
      </p:sp>
      <p:pic>
        <p:nvPicPr>
          <p:cNvPr id="6" name="BOARD_IMAGE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Boar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8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 xml:space="preserve">第18图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白顶了扳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 xml:space="preserve">此图黑比之前直接扳下好，因为白打了立的效果减弱。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0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2026-07-31T07:34:21.6960000Z</dcterms:created>
  <dcterms:modified xsi:type="dcterms:W3CDTF">2026-07-31T07:34:21.6960000Z</dcterms:modified>
</coreProperties>
</file>