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f488f137324345" /><Relationship Type="http://schemas.openxmlformats.org/officeDocument/2006/relationships/extended-properties" Target="/docProps/app.xml" Id="Rc261a8aa7213488d" /><Relationship Type="http://schemas.openxmlformats.org/officeDocument/2006/relationships/officeDocument" Target="/ppt/presentation.xml" Id="R4d90a69398b14d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a90be62651478d"/>
  </p:sldMasterIdLst>
  <p:notesMasterIdLst>
    <p:notesMasterId xmlns:r="http://schemas.openxmlformats.org/officeDocument/2006/relationships" r:id="R127faec32a844392"/>
  </p:notesMasterIdLst>
  <p:sldIdLst>
    <p:sldId xmlns:r="http://schemas.openxmlformats.org/officeDocument/2006/relationships" id="256" r:id="R25b730439f3b4208"/>
    <p:sldId xmlns:r="http://schemas.openxmlformats.org/officeDocument/2006/relationships" id="257" r:id="Rd96c03a5e49e4831"/>
    <p:sldId xmlns:r="http://schemas.openxmlformats.org/officeDocument/2006/relationships" id="258" r:id="R0b7437cdc1304e5b"/>
    <p:sldId xmlns:r="http://schemas.openxmlformats.org/officeDocument/2006/relationships" id="259" r:id="R330e848f96e9471d"/>
  </p:sldIdLst>
  <p:sldSz cx="9001125" cy="63341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4dc9ed85cd4e2e" /><Relationship Type="http://schemas.openxmlformats.org/officeDocument/2006/relationships/slideMaster" Target="/ppt/slideMasters/slideMaster1.xml" Id="R37a90be62651478d" /><Relationship Type="http://schemas.openxmlformats.org/officeDocument/2006/relationships/notesMaster" Target="/ppt/notesMasters/notesMaster1.xml" Id="R127faec32a844392" /><Relationship Type="http://schemas.openxmlformats.org/officeDocument/2006/relationships/presProps" Target="/ppt/presProps.xml" Id="R6e1208afe8034869" /><Relationship Type="http://schemas.openxmlformats.org/officeDocument/2006/relationships/tableStyles" Target="/ppt/tableStyles.xml" Id="R663b0d56bf1b4084" /><Relationship Type="http://schemas.openxmlformats.org/officeDocument/2006/relationships/slide" Target="/ppt/slides/slide1.xml" Id="R25b730439f3b4208" /><Relationship Type="http://schemas.openxmlformats.org/officeDocument/2006/relationships/slide" Target="/ppt/slides/slide2.xml" Id="Rd96c03a5e49e4831" /><Relationship Type="http://schemas.openxmlformats.org/officeDocument/2006/relationships/slide" Target="/ppt/slides/slide3.xml" Id="R0b7437cdc1304e5b" /><Relationship Type="http://schemas.openxmlformats.org/officeDocument/2006/relationships/slide" Target="/ppt/slides/slide4.xml" Id="R330e848f96e947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8689ce13784a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6eac7fa0b94541" /><Relationship Type="http://schemas.openxmlformats.org/officeDocument/2006/relationships/notesMaster" Target="/ppt/notesMasters/notesMaster1.xml" Id="R9c0d352d125143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68da9f97d7415a" /><Relationship Type="http://schemas.openxmlformats.org/officeDocument/2006/relationships/notesMaster" Target="/ppt/notesMasters/notesMaster1.xml" Id="R0b3820a37d7c4e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034855e04e4b8f" /><Relationship Type="http://schemas.openxmlformats.org/officeDocument/2006/relationships/notesMaster" Target="/ppt/notesMasters/notesMaster1.xml" Id="Rfc258ce3427c4f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9befd40ed94a4b" /><Relationship Type="http://schemas.openxmlformats.org/officeDocument/2006/relationships/notesMaster" Target="/ppt/notesMasters/notesMaster1.xml" Id="R5460793df2d84e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0b6f2767b841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8aeaa5671c4d23" /><Relationship Type="http://schemas.openxmlformats.org/officeDocument/2006/relationships/slideLayout" Target="/ppt/slideLayouts/slideLayout1.xml" Id="R44d233a682cd46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d233a682cd46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39bf25d4d448c" /><Relationship Type="http://schemas.openxmlformats.org/officeDocument/2006/relationships/notesSlide" Target="/ppt/notesSlides/notesSlide1.xml" Id="R0be7199d6eac44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93494f77c4012" /><Relationship Type="http://schemas.openxmlformats.org/officeDocument/2006/relationships/notesSlide" Target="/ppt/notesSlides/notesSlide2.xml" Id="R4b6188cbeca64c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a690b29d544e4" /><Relationship Type="http://schemas.openxmlformats.org/officeDocument/2006/relationships/notesSlide" Target="/ppt/notesSlides/notesSlide3.xml" Id="R36c15cd1e28f47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2d05df1dd4d53" /><Relationship Type="http://schemas.openxmlformats.org/officeDocument/2006/relationships/notesSlide" Target="/ppt/notesSlides/notesSlide4.xml" Id="R430ee64020e548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109711D5-FEAD-404C-AEB3-99F466F6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>{{SECTION_TITLE}}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A13C7678-A3CD-43A2-974A-B47D831B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>LAYOUT_PROBLEM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88669B8D-52CB-4F10-A35E-18A1C2AA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61EF6EC5-9189-43AC-BC5B-E31933A0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>{{FOOTER_TEXT}}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569144DA-236D-48C8-9DDE-19274650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>{{PAGE_NUMBER}}</a:t>
            </a:r>
          </a:p>
        </p:txBody>
      </p:sp>
      <p:sp>
        <p:nvSpPr>
          <p:cNvPr id="6" name="BOARD_IMAGE_SLOT">
            <a:extLst xmlns:a="http://schemas.openxmlformats.org/drawingml/2006/main">
              <a:ext uri="{FF2B5EF4-FFF2-40B4-BE49-F238E27FC236}">
                <a16:creationId xmlns:a16="http://schemas.microsoft.com/office/drawing/2014/main" id="{801604D7-3265-4279-A5D0-7E08014D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36957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11430">
            <a:solidFill>
              <a:srgbClr val="686157"/>
            </a:solidFill>
            <a:prstDash val="solid"/>
          </a:ln>
        </p:spPr>
      </p:sp>
      <p:sp>
        <p:nvSpPr>
          <p:cNvPr id="7" name="BOARD_SLOT_LABEL">
            <a:extLst xmlns:a="http://schemas.openxmlformats.org/drawingml/2006/main">
              <a:ext uri="{FF2B5EF4-FFF2-40B4-BE49-F238E27FC236}">
                <a16:creationId xmlns:a16="http://schemas.microsoft.com/office/drawing/2014/main" id="{000A5097-6A47-46B2-8177-C6FEFE9B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331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>{{BOARD_SVG_OR_PNG}}</a:t>
            </a:r>
          </a:p>
        </p:txBody>
      </p:sp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F5A2566F-F490-4424-ADAF-ABA80062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>{{PROBLEM_CAPTION}}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FE86D9DB-DFDF-4DBC-9A4D-85D52E73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742950"/>
            <a:ext cx="3676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>{{PROBLEM_TITLE}}</a:t>
            </a:r>
          </a:p>
        </p:txBody>
      </p:sp>
      <p:sp>
        <p:nvSpPr>
          <p:cNvPr id="10" name="NODE_SUBTITLE">
            <a:extLst xmlns:a="http://schemas.openxmlformats.org/drawingml/2006/main">
              <a:ext uri="{FF2B5EF4-FFF2-40B4-BE49-F238E27FC236}">
                <a16:creationId xmlns:a16="http://schemas.microsoft.com/office/drawing/2014/main" id="{CA30B33E-7965-40C7-AE35-A45CD7C7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228725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27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>{{PROBLEM_SUBTITLE}}</a:t>
            </a:r>
          </a:p>
        </p:txBody>
      </p:sp>
      <p:sp>
        <p:nvSpPr>
          <p:cNvPr id="11" name="COMMENT">
            <a:extLst xmlns:a="http://schemas.openxmlformats.org/drawingml/2006/main">
              <a:ext uri="{FF2B5EF4-FFF2-40B4-BE49-F238E27FC236}">
                <a16:creationId xmlns:a16="http://schemas.microsoft.com/office/drawing/2014/main" id="{8C5D305E-28A2-4DDB-A6E6-EBD0AA81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38300"/>
            <a:ext cx="367665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>{{PROBLEM_COMMENT}}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>{{PROBLEM_PROMPT}}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>{{OPTIONAL_HINT}}</a:t>
            </a:r>
          </a:p>
        </p:txBody>
      </p:sp>
    </p:spTree>
    <p:extLst>
      <p:ext uri="{BB962C8B-B14F-4D97-AF65-F5344CB8AC3E}">
        <p14:creationId xmlns:p14="http://schemas.microsoft.com/office/powerpoint/2010/main" val="15031332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B53C7329-7C2D-4CA3-A8A3-E8767198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>{{SECTION_TITLE}}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678D7DB6-4CB6-4189-9169-5B9C9029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>LAYOUT_SOLUTION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0F689120-78F6-4D32-965E-ABB3917D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4EE3211-DC10-4549-80A9-846079B3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>{{FOOTER_TEXT}}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3B7BC705-162C-4DBF-BA03-8C19A538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>{{PAGE_NUMBER}}</a:t>
            </a:r>
          </a:p>
        </p:txBody>
      </p:sp>
      <p:sp>
        <p:nvSpPr>
          <p:cNvPr id="6" name="BOARD_IMAGE_SLOT">
            <a:extLst xmlns:a="http://schemas.openxmlformats.org/drawingml/2006/main">
              <a:ext uri="{FF2B5EF4-FFF2-40B4-BE49-F238E27FC236}">
                <a16:creationId xmlns:a16="http://schemas.microsoft.com/office/drawing/2014/main" id="{62EF694D-A899-4461-861A-9427B029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36957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11430">
            <a:solidFill>
              <a:srgbClr val="686157"/>
            </a:solidFill>
            <a:prstDash val="solid"/>
          </a:ln>
        </p:spPr>
      </p:sp>
      <p:sp>
        <p:nvSpPr>
          <p:cNvPr id="7" name="BOARD_SLOT_LABEL">
            <a:extLst xmlns:a="http://schemas.openxmlformats.org/drawingml/2006/main">
              <a:ext uri="{FF2B5EF4-FFF2-40B4-BE49-F238E27FC236}">
                <a16:creationId xmlns:a16="http://schemas.microsoft.com/office/drawing/2014/main" id="{DB369AC7-6E31-48A5-947A-3172D1B8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331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>{{BOARD_SVG_OR_PNG}}</a:t>
            </a:r>
          </a:p>
        </p:txBody>
      </p:sp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66F7A5DD-FF77-419D-9EA9-43F96702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>{{SOLUTION_CAPTION}}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861AF77D-3211-4C3B-98AF-784D417E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742950"/>
            <a:ext cx="3676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>{{SOLUTION_TITLE}}</a:t>
            </a:r>
          </a:p>
        </p:txBody>
      </p:sp>
      <p:sp>
        <p:nvSpPr>
          <p:cNvPr id="10" name="NODE_SUBTITLE">
            <a:extLst xmlns:a="http://schemas.openxmlformats.org/drawingml/2006/main">
              <a:ext uri="{FF2B5EF4-FFF2-40B4-BE49-F238E27FC236}">
                <a16:creationId xmlns:a16="http://schemas.microsoft.com/office/drawing/2014/main" id="{599E9ED9-A246-49A7-9F1F-695F5107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228725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27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>{{SOLUTION_LABEL}}</a:t>
            </a:r>
          </a:p>
        </p:txBody>
      </p:sp>
      <p:sp>
        <p:nvSpPr>
          <p:cNvPr id="11" name="COMMENT">
            <a:extLst xmlns:a="http://schemas.openxmlformats.org/drawingml/2006/main">
              <a:ext uri="{FF2B5EF4-FFF2-40B4-BE49-F238E27FC236}">
                <a16:creationId xmlns:a16="http://schemas.microsoft.com/office/drawing/2014/main" id="{3B265CCB-7875-47BB-84B3-04A1EEB6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38300"/>
            <a:ext cx="367665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>{{SOLUTION_COMMENT}}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>{{KEY_POINT}}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>{{FOLLOW_UP_COMMENT}}</a:t>
            </a:r>
          </a:p>
        </p:txBody>
      </p:sp>
    </p:spTree>
    <p:extLst>
      <p:ext uri="{BB962C8B-B14F-4D97-AF65-F5344CB8AC3E}">
        <p14:creationId xmlns:p14="http://schemas.microsoft.com/office/powerpoint/2010/main" val="4653636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3DEF24B8-6321-45C4-9A58-581EBAB5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>{{SECTION_TITLE}}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6B0B87F3-0550-4B94-BD69-A2C58DBA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>LAYOUT_VARIATION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DE36FDA4-4195-4CE1-B445-0164F27C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040CFD70-72BF-4893-AC08-1CECAD05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>{{FOOTER_TEXT}}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45793252-927E-445F-812B-A5F7ED37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>{{PAGE_NUMBER}}</a:t>
            </a:r>
          </a:p>
        </p:txBody>
      </p:sp>
      <p:sp>
        <p:nvSpPr>
          <p:cNvPr id="6" name="BOARD_IMAGE_SLOT">
            <a:extLst xmlns:a="http://schemas.openxmlformats.org/drawingml/2006/main">
              <a:ext uri="{FF2B5EF4-FFF2-40B4-BE49-F238E27FC236}">
                <a16:creationId xmlns:a16="http://schemas.microsoft.com/office/drawing/2014/main" id="{CBA8098C-C7D9-43B2-A0EB-297F8D63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36957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11430">
            <a:solidFill>
              <a:srgbClr val="686157"/>
            </a:solidFill>
            <a:prstDash val="solid"/>
          </a:ln>
        </p:spPr>
      </p:sp>
      <p:sp>
        <p:nvSpPr>
          <p:cNvPr id="7" name="BOARD_SLOT_LABEL">
            <a:extLst xmlns:a="http://schemas.openxmlformats.org/drawingml/2006/main">
              <a:ext uri="{FF2B5EF4-FFF2-40B4-BE49-F238E27FC236}">
                <a16:creationId xmlns:a16="http://schemas.microsoft.com/office/drawing/2014/main" id="{8FABDE2F-8F2F-42D2-B2F1-02A9A42C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331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>{{BOARD_SVG_OR_PNG}}</a:t>
            </a:r>
          </a:p>
        </p:txBody>
      </p:sp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2B7B5095-8B3F-49E7-8309-1D49F8DF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>{{VARIATION_CAPTION}}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FFA7713B-30BE-4830-A120-CEB59CEA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742950"/>
            <a:ext cx="3676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>{{VARIATION_TITLE}}</a:t>
            </a:r>
          </a:p>
        </p:txBody>
      </p:sp>
      <p:sp>
        <p:nvSpPr>
          <p:cNvPr id="10" name="NODE_SUBTITLE">
            <a:extLst xmlns:a="http://schemas.openxmlformats.org/drawingml/2006/main">
              <a:ext uri="{FF2B5EF4-FFF2-40B4-BE49-F238E27FC236}">
                <a16:creationId xmlns:a16="http://schemas.microsoft.com/office/drawing/2014/main" id="{B601A08B-AB86-40E7-B28A-273F0F9C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228725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27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>{{VARIATION_LABEL}}</a:t>
            </a:r>
          </a:p>
        </p:txBody>
      </p:sp>
      <p:sp>
        <p:nvSpPr>
          <p:cNvPr id="11" name="COMMENT">
            <a:extLst xmlns:a="http://schemas.openxmlformats.org/drawingml/2006/main">
              <a:ext uri="{FF2B5EF4-FFF2-40B4-BE49-F238E27FC236}">
                <a16:creationId xmlns:a16="http://schemas.microsoft.com/office/drawing/2014/main" id="{95FA9B8A-278F-4EDB-B234-564D49FF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38300"/>
            <a:ext cx="367665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>{{VARIATION_COMMENT}}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>{{SEQUENCE_EXPLANATION}}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>{{CONCLUSION}}</a:t>
            </a:r>
          </a:p>
        </p:txBody>
      </p:sp>
    </p:spTree>
    <p:extLst>
      <p:ext uri="{BB962C8B-B14F-4D97-AF65-F5344CB8AC3E}">
        <p14:creationId xmlns:p14="http://schemas.microsoft.com/office/powerpoint/2010/main" val="11844379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_HEADER">
            <a:extLst xmlns:a="http://schemas.openxmlformats.org/drawingml/2006/main">
              <a:ext uri="{FF2B5EF4-FFF2-40B4-BE49-F238E27FC236}">
                <a16:creationId xmlns:a16="http://schemas.microsoft.com/office/drawing/2014/main" id="{458ABE28-7692-41A4-A851-CA80B54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>{{SECTION_TITLE}}</a:t>
            </a:r>
          </a:p>
        </p:txBody>
      </p:sp>
      <p:sp>
        <p:nvSpPr>
          <p:cNvPr id="2" name="LAYOUT_CODE">
            <a:extLst xmlns:a="http://schemas.openxmlformats.org/drawingml/2006/main">
              <a:ext uri="{FF2B5EF4-FFF2-40B4-BE49-F238E27FC236}">
                <a16:creationId xmlns:a16="http://schemas.microsoft.com/office/drawing/2014/main" id="{528FBBB5-4A83-41D8-B712-7945E6CC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>LAYOUT_LONG_COMMENT</a:t>
            </a:r>
          </a:p>
        </p:txBody>
      </p:sp>
      <p:sp>
        <p:nvSpPr>
          <p:cNvPr id="3" name="HEADER_RULE">
            <a:extLst xmlns:a="http://schemas.openxmlformats.org/drawingml/2006/main">
              <a:ext uri="{FF2B5EF4-FFF2-40B4-BE49-F238E27FC236}">
                <a16:creationId xmlns:a16="http://schemas.microsoft.com/office/drawing/2014/main" id="{450AA854-DB34-4EAE-90FE-09C4EB9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7791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C46"/>
          </a:solidFill>
          <a:ln xmlns:a="http://schemas.openxmlformats.org/drawingml/2006/main" w="0">
            <a:solidFill>
              <a:srgbClr val="4F4C46"/>
            </a:solidFill>
            <a:prstDash val="solid"/>
          </a:ln>
        </p:spPr>
      </p:sp>
      <p:sp>
        <p:nvSpPr>
          <p:cNvPr id="4" name="FOOTER_TEXT">
            <a:extLst xmlns:a="http://schemas.openxmlformats.org/drawingml/2006/main">
              <a:ext uri="{FF2B5EF4-FFF2-40B4-BE49-F238E27FC236}">
                <a16:creationId xmlns:a16="http://schemas.microsoft.com/office/drawing/2014/main" id="{7DD1E938-448A-43D4-BC1F-84F7B6CF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>
                <a:solidFill>
                  <a:srgbClr val="B7B2A9"/>
                </a:solidFill>
                <a:latin typeface="Noto Sans CJK SC"/>
                <a:ea typeface="Noto Sans CJK SC"/>
                <a:cs typeface="Noto Sans CJK SC"/>
              </a:rPr>
              <a:t>{{FOOTER_TEXT}}</a:t>
            </a:r>
          </a:p>
        </p:txBody>
      </p:sp>
      <p:sp>
        <p:nvSpPr>
          <p:cNvPr id="5" name="PAGE_NUMBER">
            <a:extLst xmlns:a="http://schemas.openxmlformats.org/drawingml/2006/main">
              <a:ext uri="{FF2B5EF4-FFF2-40B4-BE49-F238E27FC236}">
                <a16:creationId xmlns:a16="http://schemas.microsoft.com/office/drawing/2014/main" id="{90BFD4CE-8B5A-4D14-9535-8EFA0E5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934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>{{PAGE_NUMBER}}</a:t>
            </a:r>
          </a:p>
        </p:txBody>
      </p:sp>
      <p:sp>
        <p:nvSpPr>
          <p:cNvPr id="6" name="BOARD_IMAGE_SLOT">
            <a:extLst xmlns:a="http://schemas.openxmlformats.org/drawingml/2006/main">
              <a:ext uri="{FF2B5EF4-FFF2-40B4-BE49-F238E27FC236}">
                <a16:creationId xmlns:a16="http://schemas.microsoft.com/office/drawing/2014/main" id="{0F02C237-51DB-47EA-8417-59C1B0D3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4648200" cy="464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7"/>
          </a:solidFill>
          <a:ln xmlns:a="http://schemas.openxmlformats.org/drawingml/2006/main" w="11430">
            <a:solidFill>
              <a:srgbClr val="686157"/>
            </a:solidFill>
            <a:prstDash val="solid"/>
          </a:ln>
        </p:spPr>
      </p:sp>
      <p:sp>
        <p:nvSpPr>
          <p:cNvPr id="7" name="BOARD_SLOT_LABEL">
            <a:extLst xmlns:a="http://schemas.openxmlformats.org/drawingml/2006/main">
              <a:ext uri="{FF2B5EF4-FFF2-40B4-BE49-F238E27FC236}">
                <a16:creationId xmlns:a16="http://schemas.microsoft.com/office/drawing/2014/main" id="{E9E80D23-FCC2-448F-A91A-CEFFBF0C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77736B"/>
                </a:solidFill>
                <a:latin typeface="Noto Sans CJK SC"/>
                <a:ea typeface="Noto Sans CJK SC"/>
                <a:cs typeface="Noto Sans CJK SC"/>
              </a:rPr>
              <a:t>{{BOARD_SVG_OR_PNG}}</a:t>
            </a:r>
          </a:p>
        </p:txBody>
      </p:sp>
      <p:sp>
        <p:nvSpPr>
          <p:cNvPr id="8" name="FIGURE_CAPTION">
            <a:extLst xmlns:a="http://schemas.openxmlformats.org/drawingml/2006/main">
              <a:ext uri="{FF2B5EF4-FFF2-40B4-BE49-F238E27FC236}">
                <a16:creationId xmlns:a16="http://schemas.microsoft.com/office/drawing/2014/main" id="{D6F62851-118C-4C14-AA2A-64EEADBC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1">
                <a:solidFill>
                  <a:srgbClr val="1E1D1A"/>
                </a:solidFill>
                <a:latin typeface="Noto Sans CJK SC"/>
                <a:ea typeface="Noto Sans CJK SC"/>
                <a:cs typeface="Noto Sans CJK SC"/>
              </a:rPr>
              <a:t>{{FIGURE_CAPTION}}</a:t>
            </a:r>
          </a:p>
        </p:txBody>
      </p:sp>
      <p:sp>
        <p:nvSpPr>
          <p:cNvPr id="9" name="NODE_TITLE">
            <a:extLst xmlns:a="http://schemas.openxmlformats.org/drawingml/2006/main">
              <a:ext uri="{FF2B5EF4-FFF2-40B4-BE49-F238E27FC236}">
                <a16:creationId xmlns:a16="http://schemas.microsoft.com/office/drawing/2014/main" id="{E604BC4B-B5E2-4B5A-A134-6F7D341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1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>{{TITLE}}</a:t>
            </a:r>
          </a:p>
        </p:txBody>
      </p:sp>
      <p:sp>
        <p:nvSpPr>
          <p:cNvPr id="10" name="COMMENT">
            <a:extLst xmlns:a="http://schemas.openxmlformats.org/drawingml/2006/main">
              <a:ext uri="{FF2B5EF4-FFF2-40B4-BE49-F238E27FC236}">
                <a16:creationId xmlns:a16="http://schemas.microsoft.com/office/drawing/2014/main" id="{45D43DD9-E5A5-48EC-BCD9-76CC48BA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33475"/>
            <a:ext cx="2819400" cy="465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>{{LONG_COMMENT}}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>{{LONG_COMMENT_CONTINUED}}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350" b="0">
                <a:solidFill>
                  <a:srgbClr val="1E1D1A"/>
                </a:solidFill>
                <a:latin typeface="Noto Serif CJK SC"/>
                <a:ea typeface="Noto Serif CJK SC"/>
                <a:cs typeface="Noto Serif CJK SC"/>
              </a:rPr>
              <a:t>{{SUMMARY}}</a:t>
            </a:r>
          </a:p>
        </p:txBody>
      </p:sp>
      <p:sp>
        <p:nvSpPr>
          <p:cNvPr id="11" name="BOARD_NOTE">
            <a:extLst xmlns:a="http://schemas.openxmlformats.org/drawingml/2006/main">
              <a:ext uri="{FF2B5EF4-FFF2-40B4-BE49-F238E27FC236}">
                <a16:creationId xmlns:a16="http://schemas.microsoft.com/office/drawing/2014/main" id="{D9FDCE8A-70F5-460C-A8D6-0166DBD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750" b="0">
                <a:solidFill>
                  <a:srgbClr val="77736B"/>
                </a:solidFill>
                <a:latin typeface="Noto Serif CJK SC"/>
                <a:ea typeface="Noto Serif CJK SC"/>
                <a:cs typeface="Noto Serif CJK SC"/>
              </a:rPr>
              <a:t>{{BOARD_NOTE}}</a:t>
            </a:r>
          </a:p>
        </p:txBody>
      </p:sp>
    </p:spTree>
    <p:extLst>
      <p:ext uri="{BB962C8B-B14F-4D97-AF65-F5344CB8AC3E}">
        <p14:creationId xmlns:p14="http://schemas.microsoft.com/office/powerpoint/2010/main" val="20854443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2026-07-31T07:34:21.6960000Z</dcterms:created>
  <dcterms:modified xsi:type="dcterms:W3CDTF">2026-07-31T07:34:21.6960000Z</dcterms:modified>
</coreProperties>
</file>